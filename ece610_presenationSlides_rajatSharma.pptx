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1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4" r:id="rId7"/>
    <p:sldId id="262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EE05B-0048-84FA-5881-1A0EC6B84CA4}" v="75" dt="2025-06-13T00:01:51.612"/>
    <p1510:client id="{A4BFE14F-D735-018F-4DE2-0D5BCC6680F2}" v="2289" dt="2025-06-13T17:12:57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ma,Rajat" userId="S::rs3845@drexel.edu::f87fac60-3f5b-4579-805d-860f4bca1ca5" providerId="AD" clId="Web-{008EE05B-0048-84FA-5881-1A0EC6B84CA4}"/>
    <pc:docChg chg="addSld modSld addMainMaster delMainMaster">
      <pc:chgData name="Sharma,Rajat" userId="S::rs3845@drexel.edu::f87fac60-3f5b-4579-805d-860f4bca1ca5" providerId="AD" clId="Web-{008EE05B-0048-84FA-5881-1A0EC6B84CA4}" dt="2025-06-13T00:01:51.612" v="78" actId="1076"/>
      <pc:docMkLst>
        <pc:docMk/>
      </pc:docMkLst>
      <pc:sldChg chg="modSp mod modClrScheme chgLayout">
        <pc:chgData name="Sharma,Rajat" userId="S::rs3845@drexel.edu::f87fac60-3f5b-4579-805d-860f4bca1ca5" providerId="AD" clId="Web-{008EE05B-0048-84FA-5881-1A0EC6B84CA4}" dt="2025-06-12T23:58:56.355" v="65" actId="1076"/>
        <pc:sldMkLst>
          <pc:docMk/>
          <pc:sldMk cId="109857222" sldId="256"/>
        </pc:sldMkLst>
        <pc:spChg chg="mod ord">
          <ac:chgData name="Sharma,Rajat" userId="S::rs3845@drexel.edu::f87fac60-3f5b-4579-805d-860f4bca1ca5" providerId="AD" clId="Web-{008EE05B-0048-84FA-5881-1A0EC6B84CA4}" dt="2025-06-12T23:58:56.355" v="65" actId="1076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harma,Rajat" userId="S::rs3845@drexel.edu::f87fac60-3f5b-4579-805d-860f4bca1ca5" providerId="AD" clId="Web-{008EE05B-0048-84FA-5881-1A0EC6B84CA4}" dt="2025-06-12T23:58:53.933" v="64" actId="1076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 setBg modClrScheme chgLayout">
        <pc:chgData name="Sharma,Rajat" userId="S::rs3845@drexel.edu::f87fac60-3f5b-4579-805d-860f4bca1ca5" providerId="AD" clId="Web-{008EE05B-0048-84FA-5881-1A0EC6B84CA4}" dt="2025-06-13T00:01:51.612" v="78" actId="1076"/>
        <pc:sldMkLst>
          <pc:docMk/>
          <pc:sldMk cId="1552325540" sldId="257"/>
        </pc:sldMkLst>
        <pc:spChg chg="mod ord">
          <ac:chgData name="Sharma,Rajat" userId="S::rs3845@drexel.edu::f87fac60-3f5b-4579-805d-860f4bca1ca5" providerId="AD" clId="Web-{008EE05B-0048-84FA-5881-1A0EC6B84CA4}" dt="2025-06-13T00:01:40.643" v="75"/>
          <ac:spMkLst>
            <pc:docMk/>
            <pc:sldMk cId="1552325540" sldId="257"/>
            <ac:spMk id="2" creationId="{0A68A4AA-95D1-0FA6-80E3-B4EE69C18C83}"/>
          </ac:spMkLst>
        </pc:spChg>
        <pc:spChg chg="del mod ord">
          <ac:chgData name="Sharma,Rajat" userId="S::rs3845@drexel.edu::f87fac60-3f5b-4579-805d-860f4bca1ca5" providerId="AD" clId="Web-{008EE05B-0048-84FA-5881-1A0EC6B84CA4}" dt="2025-06-13T00:00:44.406" v="66"/>
          <ac:spMkLst>
            <pc:docMk/>
            <pc:sldMk cId="1552325540" sldId="257"/>
            <ac:spMk id="3" creationId="{B88EC056-9E09-C9BF-CBCA-12D5D86A6883}"/>
          </ac:spMkLst>
        </pc:spChg>
        <pc:spChg chg="add del mod ord">
          <ac:chgData name="Sharma,Rajat" userId="S::rs3845@drexel.edu::f87fac60-3f5b-4579-805d-860f4bca1ca5" providerId="AD" clId="Web-{008EE05B-0048-84FA-5881-1A0EC6B84CA4}" dt="2025-06-13T00:01:28.377" v="73"/>
          <ac:spMkLst>
            <pc:docMk/>
            <pc:sldMk cId="1552325540" sldId="257"/>
            <ac:spMk id="8" creationId="{2187CC6C-E6D4-8D0E-DBD7-C0448A176643}"/>
          </ac:spMkLst>
        </pc:spChg>
        <pc:spChg chg="add del">
          <ac:chgData name="Sharma,Rajat" userId="S::rs3845@drexel.edu::f87fac60-3f5b-4579-805d-860f4bca1ca5" providerId="AD" clId="Web-{008EE05B-0048-84FA-5881-1A0EC6B84CA4}" dt="2025-06-13T00:01:01.298" v="71"/>
          <ac:spMkLst>
            <pc:docMk/>
            <pc:sldMk cId="1552325540" sldId="257"/>
            <ac:spMk id="11" creationId="{13BCCAE5-A35B-4B66-A4A7-E23C34A403A4}"/>
          </ac:spMkLst>
        </pc:spChg>
        <pc:spChg chg="add del">
          <ac:chgData name="Sharma,Rajat" userId="S::rs3845@drexel.edu::f87fac60-3f5b-4579-805d-860f4bca1ca5" providerId="AD" clId="Web-{008EE05B-0048-84FA-5881-1A0EC6B84CA4}" dt="2025-06-13T00:01:01.298" v="71"/>
          <ac:spMkLst>
            <pc:docMk/>
            <pc:sldMk cId="1552325540" sldId="257"/>
            <ac:spMk id="15" creationId="{BD7A74B5-8367-4A83-ABEC-0FCDDE97B149}"/>
          </ac:spMkLst>
        </pc:spChg>
        <pc:spChg chg="add del">
          <ac:chgData name="Sharma,Rajat" userId="S::rs3845@drexel.edu::f87fac60-3f5b-4579-805d-860f4bca1ca5" providerId="AD" clId="Web-{008EE05B-0048-84FA-5881-1A0EC6B84CA4}" dt="2025-06-13T00:01:01.298" v="71"/>
          <ac:spMkLst>
            <pc:docMk/>
            <pc:sldMk cId="1552325540" sldId="257"/>
            <ac:spMk id="17" creationId="{2CC184B0-C2C6-4BF0-B078-816C7AF95977}"/>
          </ac:spMkLst>
        </pc:spChg>
        <pc:spChg chg="add del">
          <ac:chgData name="Sharma,Rajat" userId="S::rs3845@drexel.edu::f87fac60-3f5b-4579-805d-860f4bca1ca5" providerId="AD" clId="Web-{008EE05B-0048-84FA-5881-1A0EC6B84CA4}" dt="2025-06-13T00:01:01.282" v="70"/>
          <ac:spMkLst>
            <pc:docMk/>
            <pc:sldMk cId="1552325540" sldId="257"/>
            <ac:spMk id="22" creationId="{5E0A8391-2737-4F1C-B27A-C44629DB4D33}"/>
          </ac:spMkLst>
        </pc:spChg>
        <pc:spChg chg="add del">
          <ac:chgData name="Sharma,Rajat" userId="S::rs3845@drexel.edu::f87fac60-3f5b-4579-805d-860f4bca1ca5" providerId="AD" clId="Web-{008EE05B-0048-84FA-5881-1A0EC6B84CA4}" dt="2025-06-13T00:01:01.282" v="70"/>
          <ac:spMkLst>
            <pc:docMk/>
            <pc:sldMk cId="1552325540" sldId="257"/>
            <ac:spMk id="24" creationId="{E75DDEB2-8C7E-4057-BACC-E31322D8B4B9}"/>
          </ac:spMkLst>
        </pc:spChg>
        <pc:spChg chg="add del">
          <ac:chgData name="Sharma,Rajat" userId="S::rs3845@drexel.edu::f87fac60-3f5b-4579-805d-860f4bca1ca5" providerId="AD" clId="Web-{008EE05B-0048-84FA-5881-1A0EC6B84CA4}" dt="2025-06-13T00:01:01.282" v="70"/>
          <ac:spMkLst>
            <pc:docMk/>
            <pc:sldMk cId="1552325540" sldId="257"/>
            <ac:spMk id="26" creationId="{7318A5EE-3B62-4E05-A9DD-88EB7DD68283}"/>
          </ac:spMkLst>
        </pc:spChg>
        <pc:spChg chg="add del">
          <ac:chgData name="Sharma,Rajat" userId="S::rs3845@drexel.edu::f87fac60-3f5b-4579-805d-860f4bca1ca5" providerId="AD" clId="Web-{008EE05B-0048-84FA-5881-1A0EC6B84CA4}" dt="2025-06-13T00:01:40.658" v="76"/>
          <ac:spMkLst>
            <pc:docMk/>
            <pc:sldMk cId="1552325540" sldId="257"/>
            <ac:spMk id="28" creationId="{F64BBAA4-C62B-4146-B49F-FE4CC4655EE0}"/>
          </ac:spMkLst>
        </pc:spChg>
        <pc:spChg chg="add del">
          <ac:chgData name="Sharma,Rajat" userId="S::rs3845@drexel.edu::f87fac60-3f5b-4579-805d-860f4bca1ca5" providerId="AD" clId="Web-{008EE05B-0048-84FA-5881-1A0EC6B84CA4}" dt="2025-06-13T00:01:40.658" v="76"/>
          <ac:spMkLst>
            <pc:docMk/>
            <pc:sldMk cId="1552325540" sldId="257"/>
            <ac:spMk id="29" creationId="{77C34054-98F8-4229-885E-04C525969C5E}"/>
          </ac:spMkLst>
        </pc:spChg>
        <pc:spChg chg="add del">
          <ac:chgData name="Sharma,Rajat" userId="S::rs3845@drexel.edu::f87fac60-3f5b-4579-805d-860f4bca1ca5" providerId="AD" clId="Web-{008EE05B-0048-84FA-5881-1A0EC6B84CA4}" dt="2025-06-13T00:01:40.658" v="76"/>
          <ac:spMkLst>
            <pc:docMk/>
            <pc:sldMk cId="1552325540" sldId="257"/>
            <ac:spMk id="30" creationId="{22AAB964-B835-4B93-A1F3-4A30D1F38589}"/>
          </ac:spMkLst>
        </pc:spChg>
        <pc:spChg chg="add del">
          <ac:chgData name="Sharma,Rajat" userId="S::rs3845@drexel.edu::f87fac60-3f5b-4579-805d-860f4bca1ca5" providerId="AD" clId="Web-{008EE05B-0048-84FA-5881-1A0EC6B84CA4}" dt="2025-06-13T00:01:40.643" v="75"/>
          <ac:spMkLst>
            <pc:docMk/>
            <pc:sldMk cId="1552325540" sldId="257"/>
            <ac:spMk id="34" creationId="{4E4CA418-754E-6261-3836-1C1F0D654085}"/>
          </ac:spMkLst>
        </pc:spChg>
        <pc:spChg chg="add del">
          <ac:chgData name="Sharma,Rajat" userId="S::rs3845@drexel.edu::f87fac60-3f5b-4579-805d-860f4bca1ca5" providerId="AD" clId="Web-{008EE05B-0048-84FA-5881-1A0EC6B84CA4}" dt="2025-06-13T00:01:40.643" v="75"/>
          <ac:spMkLst>
            <pc:docMk/>
            <pc:sldMk cId="1552325540" sldId="257"/>
            <ac:spMk id="37" creationId="{08CB54FC-0B2A-4107-9A70-958B90B76585}"/>
          </ac:spMkLst>
        </pc:spChg>
        <pc:spChg chg="add del">
          <ac:chgData name="Sharma,Rajat" userId="S::rs3845@drexel.edu::f87fac60-3f5b-4579-805d-860f4bca1ca5" providerId="AD" clId="Web-{008EE05B-0048-84FA-5881-1A0EC6B84CA4}" dt="2025-06-13T00:01:40.643" v="75"/>
          <ac:spMkLst>
            <pc:docMk/>
            <pc:sldMk cId="1552325540" sldId="257"/>
            <ac:spMk id="41" creationId="{6587DBF8-5C50-4034-8B79-FE54A01A8E15}"/>
          </ac:spMkLst>
        </pc:spChg>
        <pc:spChg chg="add del">
          <ac:chgData name="Sharma,Rajat" userId="S::rs3845@drexel.edu::f87fac60-3f5b-4579-805d-860f4bca1ca5" providerId="AD" clId="Web-{008EE05B-0048-84FA-5881-1A0EC6B84CA4}" dt="2025-06-13T00:01:40.643" v="75"/>
          <ac:spMkLst>
            <pc:docMk/>
            <pc:sldMk cId="1552325540" sldId="257"/>
            <ac:spMk id="43" creationId="{14720853-E885-4BE5-BFE2-24004CEF6952}"/>
          </ac:spMkLst>
        </pc:spChg>
        <pc:spChg chg="add">
          <ac:chgData name="Sharma,Rajat" userId="S::rs3845@drexel.edu::f87fac60-3f5b-4579-805d-860f4bca1ca5" providerId="AD" clId="Web-{008EE05B-0048-84FA-5881-1A0EC6B84CA4}" dt="2025-06-13T00:01:40.658" v="76"/>
          <ac:spMkLst>
            <pc:docMk/>
            <pc:sldMk cId="1552325540" sldId="257"/>
            <ac:spMk id="45" creationId="{F64BBAA4-C62B-4146-B49F-FE4CC4655EE0}"/>
          </ac:spMkLst>
        </pc:spChg>
        <pc:spChg chg="add">
          <ac:chgData name="Sharma,Rajat" userId="S::rs3845@drexel.edu::f87fac60-3f5b-4579-805d-860f4bca1ca5" providerId="AD" clId="Web-{008EE05B-0048-84FA-5881-1A0EC6B84CA4}" dt="2025-06-13T00:01:40.658" v="76"/>
          <ac:spMkLst>
            <pc:docMk/>
            <pc:sldMk cId="1552325540" sldId="257"/>
            <ac:spMk id="46" creationId="{B640D284-B0FB-285F-D11E-2983483E607B}"/>
          </ac:spMkLst>
        </pc:spChg>
        <pc:spChg chg="add">
          <ac:chgData name="Sharma,Rajat" userId="S::rs3845@drexel.edu::f87fac60-3f5b-4579-805d-860f4bca1ca5" providerId="AD" clId="Web-{008EE05B-0048-84FA-5881-1A0EC6B84CA4}" dt="2025-06-13T00:01:40.658" v="76"/>
          <ac:spMkLst>
            <pc:docMk/>
            <pc:sldMk cId="1552325540" sldId="257"/>
            <ac:spMk id="47" creationId="{77C34054-98F8-4229-885E-04C525969C5E}"/>
          </ac:spMkLst>
        </pc:spChg>
        <pc:spChg chg="add">
          <ac:chgData name="Sharma,Rajat" userId="S::rs3845@drexel.edu::f87fac60-3f5b-4579-805d-860f4bca1ca5" providerId="AD" clId="Web-{008EE05B-0048-84FA-5881-1A0EC6B84CA4}" dt="2025-06-13T00:01:40.658" v="76"/>
          <ac:spMkLst>
            <pc:docMk/>
            <pc:sldMk cId="1552325540" sldId="257"/>
            <ac:spMk id="48" creationId="{22AAB964-B835-4B93-A1F3-4A30D1F38589}"/>
          </ac:spMkLst>
        </pc:spChg>
        <pc:picChg chg="add del mod ord">
          <ac:chgData name="Sharma,Rajat" userId="S::rs3845@drexel.edu::f87fac60-3f5b-4579-805d-860f4bca1ca5" providerId="AD" clId="Web-{008EE05B-0048-84FA-5881-1A0EC6B84CA4}" dt="2025-06-13T00:01:21.611" v="72"/>
          <ac:picMkLst>
            <pc:docMk/>
            <pc:sldMk cId="1552325540" sldId="257"/>
            <ac:picMk id="4" creationId="{25D4FDA2-5866-D8C7-DCB1-CC3321AECB92}"/>
          </ac:picMkLst>
        </pc:picChg>
        <pc:picChg chg="add mod ord">
          <ac:chgData name="Sharma,Rajat" userId="S::rs3845@drexel.edu::f87fac60-3f5b-4579-805d-860f4bca1ca5" providerId="AD" clId="Web-{008EE05B-0048-84FA-5881-1A0EC6B84CA4}" dt="2025-06-13T00:01:51.612" v="78" actId="1076"/>
          <ac:picMkLst>
            <pc:docMk/>
            <pc:sldMk cId="1552325540" sldId="257"/>
            <ac:picMk id="5" creationId="{97F27F04-5878-4377-4207-6518393C13BA}"/>
          </ac:picMkLst>
        </pc:picChg>
        <pc:cxnChg chg="add del">
          <ac:chgData name="Sharma,Rajat" userId="S::rs3845@drexel.edu::f87fac60-3f5b-4579-805d-860f4bca1ca5" providerId="AD" clId="Web-{008EE05B-0048-84FA-5881-1A0EC6B84CA4}" dt="2025-06-13T00:01:01.298" v="71"/>
          <ac:cxnSpMkLst>
            <pc:docMk/>
            <pc:sldMk cId="1552325540" sldId="257"/>
            <ac:cxnSpMk id="13" creationId="{6987BDFB-DE64-4B56-B44F-45FAE19FA94E}"/>
          </ac:cxnSpMkLst>
        </pc:cxnChg>
        <pc:cxnChg chg="add del">
          <ac:chgData name="Sharma,Rajat" userId="S::rs3845@drexel.edu::f87fac60-3f5b-4579-805d-860f4bca1ca5" providerId="AD" clId="Web-{008EE05B-0048-84FA-5881-1A0EC6B84CA4}" dt="2025-06-13T00:01:40.643" v="75"/>
          <ac:cxnSpMkLst>
            <pc:docMk/>
            <pc:sldMk cId="1552325540" sldId="257"/>
            <ac:cxnSpMk id="39" creationId="{7855A9B5-1710-4B19-B0F1-CDFDD4ED5B7E}"/>
          </ac:cxnSpMkLst>
        </pc:cxnChg>
      </pc:sldChg>
      <pc:sldMasterChg chg="del delSldLayout">
        <pc:chgData name="Sharma,Rajat" userId="S::rs3845@drexel.edu::f87fac60-3f5b-4579-805d-860f4bca1ca5" providerId="AD" clId="Web-{008EE05B-0048-84FA-5881-1A0EC6B84CA4}" dt="2025-06-12T23:56:51.413" v="37"/>
        <pc:sldMasterMkLst>
          <pc:docMk/>
          <pc:sldMasterMk cId="2460954070" sldId="2147483660"/>
        </pc:sldMasterMkLst>
        <pc:sldLayoutChg chg="del">
          <pc:chgData name="Sharma,Rajat" userId="S::rs3845@drexel.edu::f87fac60-3f5b-4579-805d-860f4bca1ca5" providerId="AD" clId="Web-{008EE05B-0048-84FA-5881-1A0EC6B84CA4}" dt="2025-06-12T23:56:51.413" v="37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Sharma,Rajat" userId="S::rs3845@drexel.edu::f87fac60-3f5b-4579-805d-860f4bca1ca5" providerId="AD" clId="Web-{008EE05B-0048-84FA-5881-1A0EC6B84CA4}" dt="2025-06-12T23:56:51.413" v="37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Sharma,Rajat" userId="S::rs3845@drexel.edu::f87fac60-3f5b-4579-805d-860f4bca1ca5" providerId="AD" clId="Web-{008EE05B-0048-84FA-5881-1A0EC6B84CA4}" dt="2025-06-12T23:56:51.413" v="37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Sharma,Rajat" userId="S::rs3845@drexel.edu::f87fac60-3f5b-4579-805d-860f4bca1ca5" providerId="AD" clId="Web-{008EE05B-0048-84FA-5881-1A0EC6B84CA4}" dt="2025-06-12T23:56:51.413" v="37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Sharma,Rajat" userId="S::rs3845@drexel.edu::f87fac60-3f5b-4579-805d-860f4bca1ca5" providerId="AD" clId="Web-{008EE05B-0048-84FA-5881-1A0EC6B84CA4}" dt="2025-06-12T23:56:51.413" v="37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Sharma,Rajat" userId="S::rs3845@drexel.edu::f87fac60-3f5b-4579-805d-860f4bca1ca5" providerId="AD" clId="Web-{008EE05B-0048-84FA-5881-1A0EC6B84CA4}" dt="2025-06-12T23:56:51.413" v="37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Sharma,Rajat" userId="S::rs3845@drexel.edu::f87fac60-3f5b-4579-805d-860f4bca1ca5" providerId="AD" clId="Web-{008EE05B-0048-84FA-5881-1A0EC6B84CA4}" dt="2025-06-12T23:56:51.413" v="37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Sharma,Rajat" userId="S::rs3845@drexel.edu::f87fac60-3f5b-4579-805d-860f4bca1ca5" providerId="AD" clId="Web-{008EE05B-0048-84FA-5881-1A0EC6B84CA4}" dt="2025-06-12T23:56:51.413" v="37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Sharma,Rajat" userId="S::rs3845@drexel.edu::f87fac60-3f5b-4579-805d-860f4bca1ca5" providerId="AD" clId="Web-{008EE05B-0048-84FA-5881-1A0EC6B84CA4}" dt="2025-06-12T23:56:51.413" v="37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Sharma,Rajat" userId="S::rs3845@drexel.edu::f87fac60-3f5b-4579-805d-860f4bca1ca5" providerId="AD" clId="Web-{008EE05B-0048-84FA-5881-1A0EC6B84CA4}" dt="2025-06-12T23:56:51.413" v="37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Sharma,Rajat" userId="S::rs3845@drexel.edu::f87fac60-3f5b-4579-805d-860f4bca1ca5" providerId="AD" clId="Web-{008EE05B-0048-84FA-5881-1A0EC6B84CA4}" dt="2025-06-12T23:56:51.413" v="37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6:54.445" v="38"/>
        <pc:sldMasterMkLst>
          <pc:docMk/>
          <pc:sldMasterMk cId="1156715815" sldId="2147483672"/>
        </pc:sldMasterMkLst>
        <pc:sldLayoutChg chg="add del mod replId">
          <pc:chgData name="Sharma,Rajat" userId="S::rs3845@drexel.edu::f87fac60-3f5b-4579-805d-860f4bca1ca5" providerId="AD" clId="Web-{008EE05B-0048-84FA-5881-1A0EC6B84CA4}" dt="2025-06-12T23:56:54.445" v="38"/>
          <pc:sldLayoutMkLst>
            <pc:docMk/>
            <pc:sldMasterMk cId="1156715815" sldId="2147483672"/>
            <pc:sldLayoutMk cId="1110589939" sldId="214748367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6:54.445" v="38"/>
          <pc:sldLayoutMkLst>
            <pc:docMk/>
            <pc:sldMasterMk cId="1156715815" sldId="2147483672"/>
            <pc:sldLayoutMk cId="3987655431" sldId="214748367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6:54.445" v="38"/>
          <pc:sldLayoutMkLst>
            <pc:docMk/>
            <pc:sldMasterMk cId="1156715815" sldId="2147483672"/>
            <pc:sldLayoutMk cId="463796735" sldId="214748367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6:54.445" v="38"/>
          <pc:sldLayoutMkLst>
            <pc:docMk/>
            <pc:sldMasterMk cId="1156715815" sldId="2147483672"/>
            <pc:sldLayoutMk cId="257346172" sldId="214748367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6:54.445" v="38"/>
          <pc:sldLayoutMkLst>
            <pc:docMk/>
            <pc:sldMasterMk cId="1156715815" sldId="2147483672"/>
            <pc:sldLayoutMk cId="3885774110" sldId="214748367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6:54.445" v="38"/>
          <pc:sldLayoutMkLst>
            <pc:docMk/>
            <pc:sldMasterMk cId="1156715815" sldId="2147483672"/>
            <pc:sldLayoutMk cId="4096260254" sldId="214748367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6:54.445" v="38"/>
          <pc:sldLayoutMkLst>
            <pc:docMk/>
            <pc:sldMasterMk cId="1156715815" sldId="2147483672"/>
            <pc:sldLayoutMk cId="2814421031" sldId="214748367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6:54.445" v="38"/>
          <pc:sldLayoutMkLst>
            <pc:docMk/>
            <pc:sldMasterMk cId="1156715815" sldId="2147483672"/>
            <pc:sldLayoutMk cId="2551109131" sldId="214748368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6:54.445" v="38"/>
          <pc:sldLayoutMkLst>
            <pc:docMk/>
            <pc:sldMasterMk cId="1156715815" sldId="2147483672"/>
            <pc:sldLayoutMk cId="3554996041" sldId="214748368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6:54.445" v="38"/>
          <pc:sldLayoutMkLst>
            <pc:docMk/>
            <pc:sldMasterMk cId="1156715815" sldId="2147483672"/>
            <pc:sldLayoutMk cId="2280215826" sldId="214748368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6:54.445" v="38"/>
          <pc:sldLayoutMkLst>
            <pc:docMk/>
            <pc:sldMasterMk cId="1156715815" sldId="2147483672"/>
            <pc:sldLayoutMk cId="1703420406" sldId="2147483683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7:04.507" v="39"/>
        <pc:sldMasterMkLst>
          <pc:docMk/>
          <pc:sldMasterMk cId="2994194764" sldId="2147483684"/>
        </pc:sldMasterMkLst>
        <pc:sldLayoutChg chg="add del mod replId">
          <pc:chgData name="Sharma,Rajat" userId="S::rs3845@drexel.edu::f87fac60-3f5b-4579-805d-860f4bca1ca5" providerId="AD" clId="Web-{008EE05B-0048-84FA-5881-1A0EC6B84CA4}" dt="2025-06-12T23:57:04.507" v="39"/>
          <pc:sldLayoutMkLst>
            <pc:docMk/>
            <pc:sldMasterMk cId="2994194764" sldId="2147483684"/>
            <pc:sldLayoutMk cId="3771165088" sldId="214748368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4.507" v="39"/>
          <pc:sldLayoutMkLst>
            <pc:docMk/>
            <pc:sldMasterMk cId="2994194764" sldId="2147483684"/>
            <pc:sldLayoutMk cId="1686191543" sldId="214748368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4.507" v="39"/>
          <pc:sldLayoutMkLst>
            <pc:docMk/>
            <pc:sldMasterMk cId="2994194764" sldId="2147483684"/>
            <pc:sldLayoutMk cId="314844096" sldId="214748368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4.507" v="39"/>
          <pc:sldLayoutMkLst>
            <pc:docMk/>
            <pc:sldMasterMk cId="2994194764" sldId="2147483684"/>
            <pc:sldLayoutMk cId="3367568459" sldId="214748368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4.507" v="39"/>
          <pc:sldLayoutMkLst>
            <pc:docMk/>
            <pc:sldMasterMk cId="2994194764" sldId="2147483684"/>
            <pc:sldLayoutMk cId="1072201306" sldId="214748368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4.507" v="39"/>
          <pc:sldLayoutMkLst>
            <pc:docMk/>
            <pc:sldMasterMk cId="2994194764" sldId="2147483684"/>
            <pc:sldLayoutMk cId="191901854" sldId="214748369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4.507" v="39"/>
          <pc:sldLayoutMkLst>
            <pc:docMk/>
            <pc:sldMasterMk cId="2994194764" sldId="2147483684"/>
            <pc:sldLayoutMk cId="2934348562" sldId="214748369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4.507" v="39"/>
          <pc:sldLayoutMkLst>
            <pc:docMk/>
            <pc:sldMasterMk cId="2994194764" sldId="2147483684"/>
            <pc:sldLayoutMk cId="1060011399" sldId="214748369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4.507" v="39"/>
          <pc:sldLayoutMkLst>
            <pc:docMk/>
            <pc:sldMasterMk cId="2994194764" sldId="2147483684"/>
            <pc:sldLayoutMk cId="3747310609" sldId="214748369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4.507" v="39"/>
          <pc:sldLayoutMkLst>
            <pc:docMk/>
            <pc:sldMasterMk cId="2994194764" sldId="2147483684"/>
            <pc:sldLayoutMk cId="3247680006" sldId="214748369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4.507" v="39"/>
          <pc:sldLayoutMkLst>
            <pc:docMk/>
            <pc:sldMasterMk cId="2994194764" sldId="2147483684"/>
            <pc:sldLayoutMk cId="374972922" sldId="2147483695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7:09.117" v="40"/>
        <pc:sldMasterMkLst>
          <pc:docMk/>
          <pc:sldMasterMk cId="911826650" sldId="2147483696"/>
        </pc:sldMasterMkLst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3079136843" sldId="214748369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2491491754" sldId="214748369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1338349516" sldId="214748369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3856453740" sldId="214748370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3734667607" sldId="214748370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3209890834" sldId="214748370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2021250092" sldId="214748370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159283192" sldId="214748370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36772303" sldId="214748370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2013938051" sldId="214748370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1304667765" sldId="214748370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3055753265" sldId="214748370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2239008678" sldId="214748370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2218335944" sldId="214748371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3972214766" sldId="214748371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09.117" v="40"/>
          <pc:sldLayoutMkLst>
            <pc:docMk/>
            <pc:sldMasterMk cId="911826650" sldId="2147483696"/>
            <pc:sldLayoutMk cId="2275551897" sldId="2147483712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7:14.492" v="41"/>
        <pc:sldMasterMkLst>
          <pc:docMk/>
          <pc:sldMasterMk cId="3493367369" sldId="2147483713"/>
        </pc:sldMasterMkLst>
        <pc:sldLayoutChg chg="add del mod replId">
          <pc:chgData name="Sharma,Rajat" userId="S::rs3845@drexel.edu::f87fac60-3f5b-4579-805d-860f4bca1ca5" providerId="AD" clId="Web-{008EE05B-0048-84FA-5881-1A0EC6B84CA4}" dt="2025-06-12T23:57:14.492" v="41"/>
          <pc:sldLayoutMkLst>
            <pc:docMk/>
            <pc:sldMasterMk cId="3493367369" sldId="2147483713"/>
            <pc:sldLayoutMk cId="1109472506" sldId="214748371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4.492" v="41"/>
          <pc:sldLayoutMkLst>
            <pc:docMk/>
            <pc:sldMasterMk cId="3493367369" sldId="2147483713"/>
            <pc:sldLayoutMk cId="3841115590" sldId="214748371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4.492" v="41"/>
          <pc:sldLayoutMkLst>
            <pc:docMk/>
            <pc:sldMasterMk cId="3493367369" sldId="2147483713"/>
            <pc:sldLayoutMk cId="2786205232" sldId="214748371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4.492" v="41"/>
          <pc:sldLayoutMkLst>
            <pc:docMk/>
            <pc:sldMasterMk cId="3493367369" sldId="2147483713"/>
            <pc:sldLayoutMk cId="2806577958" sldId="214748371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4.492" v="41"/>
          <pc:sldLayoutMkLst>
            <pc:docMk/>
            <pc:sldMasterMk cId="3493367369" sldId="2147483713"/>
            <pc:sldLayoutMk cId="2311371436" sldId="214748371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4.492" v="41"/>
          <pc:sldLayoutMkLst>
            <pc:docMk/>
            <pc:sldMasterMk cId="3493367369" sldId="2147483713"/>
            <pc:sldLayoutMk cId="3396760919" sldId="214748371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4.492" v="41"/>
          <pc:sldLayoutMkLst>
            <pc:docMk/>
            <pc:sldMasterMk cId="3493367369" sldId="2147483713"/>
            <pc:sldLayoutMk cId="1404222836" sldId="214748372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4.492" v="41"/>
          <pc:sldLayoutMkLst>
            <pc:docMk/>
            <pc:sldMasterMk cId="3493367369" sldId="2147483713"/>
            <pc:sldLayoutMk cId="3595396479" sldId="214748372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4.492" v="41"/>
          <pc:sldLayoutMkLst>
            <pc:docMk/>
            <pc:sldMasterMk cId="3493367369" sldId="2147483713"/>
            <pc:sldLayoutMk cId="3664162631" sldId="214748372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4.492" v="41"/>
          <pc:sldLayoutMkLst>
            <pc:docMk/>
            <pc:sldMasterMk cId="3493367369" sldId="2147483713"/>
            <pc:sldLayoutMk cId="3568761357" sldId="214748372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4.492" v="41"/>
          <pc:sldLayoutMkLst>
            <pc:docMk/>
            <pc:sldMasterMk cId="3493367369" sldId="2147483713"/>
            <pc:sldLayoutMk cId="3802540132" sldId="2147483724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7:16.477" v="42"/>
        <pc:sldMasterMkLst>
          <pc:docMk/>
          <pc:sldMasterMk cId="4014133511" sldId="2147483725"/>
        </pc:sldMasterMkLst>
        <pc:sldLayoutChg chg="add del mod replId">
          <pc:chgData name="Sharma,Rajat" userId="S::rs3845@drexel.edu::f87fac60-3f5b-4579-805d-860f4bca1ca5" providerId="AD" clId="Web-{008EE05B-0048-84FA-5881-1A0EC6B84CA4}" dt="2025-06-12T23:57:16.477" v="42"/>
          <pc:sldLayoutMkLst>
            <pc:docMk/>
            <pc:sldMasterMk cId="4014133511" sldId="2147483725"/>
            <pc:sldLayoutMk cId="941008470" sldId="214748372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6.477" v="42"/>
          <pc:sldLayoutMkLst>
            <pc:docMk/>
            <pc:sldMasterMk cId="4014133511" sldId="2147483725"/>
            <pc:sldLayoutMk cId="319596694" sldId="214748372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6.477" v="42"/>
          <pc:sldLayoutMkLst>
            <pc:docMk/>
            <pc:sldMasterMk cId="4014133511" sldId="2147483725"/>
            <pc:sldLayoutMk cId="52205836" sldId="214748372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6.477" v="42"/>
          <pc:sldLayoutMkLst>
            <pc:docMk/>
            <pc:sldMasterMk cId="4014133511" sldId="2147483725"/>
            <pc:sldLayoutMk cId="232842878" sldId="214748372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6.477" v="42"/>
          <pc:sldLayoutMkLst>
            <pc:docMk/>
            <pc:sldMasterMk cId="4014133511" sldId="2147483725"/>
            <pc:sldLayoutMk cId="1449349004" sldId="214748373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6.477" v="42"/>
          <pc:sldLayoutMkLst>
            <pc:docMk/>
            <pc:sldMasterMk cId="4014133511" sldId="2147483725"/>
            <pc:sldLayoutMk cId="3081468863" sldId="214748373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6.477" v="42"/>
          <pc:sldLayoutMkLst>
            <pc:docMk/>
            <pc:sldMasterMk cId="4014133511" sldId="2147483725"/>
            <pc:sldLayoutMk cId="2288595516" sldId="214748373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6.477" v="42"/>
          <pc:sldLayoutMkLst>
            <pc:docMk/>
            <pc:sldMasterMk cId="4014133511" sldId="2147483725"/>
            <pc:sldLayoutMk cId="1676429316" sldId="214748373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6.477" v="42"/>
          <pc:sldLayoutMkLst>
            <pc:docMk/>
            <pc:sldMasterMk cId="4014133511" sldId="2147483725"/>
            <pc:sldLayoutMk cId="3170502039" sldId="214748373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6.477" v="42"/>
          <pc:sldLayoutMkLst>
            <pc:docMk/>
            <pc:sldMasterMk cId="4014133511" sldId="2147483725"/>
            <pc:sldLayoutMk cId="3428194365" sldId="214748373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6.477" v="42"/>
          <pc:sldLayoutMkLst>
            <pc:docMk/>
            <pc:sldMasterMk cId="4014133511" sldId="2147483725"/>
            <pc:sldLayoutMk cId="3157468332" sldId="2147483736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7:18.055" v="43"/>
        <pc:sldMasterMkLst>
          <pc:docMk/>
          <pc:sldMasterMk cId="559103971" sldId="2147483737"/>
        </pc:sldMasterMkLst>
        <pc:sldLayoutChg chg="add del mod replId">
          <pc:chgData name="Sharma,Rajat" userId="S::rs3845@drexel.edu::f87fac60-3f5b-4579-805d-860f4bca1ca5" providerId="AD" clId="Web-{008EE05B-0048-84FA-5881-1A0EC6B84CA4}" dt="2025-06-12T23:57:18.055" v="43"/>
          <pc:sldLayoutMkLst>
            <pc:docMk/>
            <pc:sldMasterMk cId="559103971" sldId="2147483737"/>
            <pc:sldLayoutMk cId="248855799" sldId="214748373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8.055" v="43"/>
          <pc:sldLayoutMkLst>
            <pc:docMk/>
            <pc:sldMasterMk cId="559103971" sldId="2147483737"/>
            <pc:sldLayoutMk cId="6688667" sldId="214748373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8.055" v="43"/>
          <pc:sldLayoutMkLst>
            <pc:docMk/>
            <pc:sldMasterMk cId="559103971" sldId="2147483737"/>
            <pc:sldLayoutMk cId="3852960186" sldId="214748374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8.055" v="43"/>
          <pc:sldLayoutMkLst>
            <pc:docMk/>
            <pc:sldMasterMk cId="559103971" sldId="2147483737"/>
            <pc:sldLayoutMk cId="675874209" sldId="214748374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8.055" v="43"/>
          <pc:sldLayoutMkLst>
            <pc:docMk/>
            <pc:sldMasterMk cId="559103971" sldId="2147483737"/>
            <pc:sldLayoutMk cId="2574498884" sldId="214748374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8.055" v="43"/>
          <pc:sldLayoutMkLst>
            <pc:docMk/>
            <pc:sldMasterMk cId="559103971" sldId="2147483737"/>
            <pc:sldLayoutMk cId="1994729537" sldId="214748374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8.055" v="43"/>
          <pc:sldLayoutMkLst>
            <pc:docMk/>
            <pc:sldMasterMk cId="559103971" sldId="2147483737"/>
            <pc:sldLayoutMk cId="2151699754" sldId="214748374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8.055" v="43"/>
          <pc:sldLayoutMkLst>
            <pc:docMk/>
            <pc:sldMasterMk cId="559103971" sldId="2147483737"/>
            <pc:sldLayoutMk cId="3205696876" sldId="214748374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8.055" v="43"/>
          <pc:sldLayoutMkLst>
            <pc:docMk/>
            <pc:sldMasterMk cId="559103971" sldId="2147483737"/>
            <pc:sldLayoutMk cId="3271362303" sldId="214748374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8.055" v="43"/>
          <pc:sldLayoutMkLst>
            <pc:docMk/>
            <pc:sldMasterMk cId="559103971" sldId="2147483737"/>
            <pc:sldLayoutMk cId="418033832" sldId="214748374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18.055" v="43"/>
          <pc:sldLayoutMkLst>
            <pc:docMk/>
            <pc:sldMasterMk cId="559103971" sldId="2147483737"/>
            <pc:sldLayoutMk cId="1934905584" sldId="2147483748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7:21.446" v="44"/>
        <pc:sldMasterMkLst>
          <pc:docMk/>
          <pc:sldMasterMk cId="741597224" sldId="2147483749"/>
        </pc:sldMasterMkLst>
        <pc:sldLayoutChg chg="add del mod replId">
          <pc:chgData name="Sharma,Rajat" userId="S::rs3845@drexel.edu::f87fac60-3f5b-4579-805d-860f4bca1ca5" providerId="AD" clId="Web-{008EE05B-0048-84FA-5881-1A0EC6B84CA4}" dt="2025-06-12T23:57:21.446" v="44"/>
          <pc:sldLayoutMkLst>
            <pc:docMk/>
            <pc:sldMasterMk cId="741597224" sldId="2147483749"/>
            <pc:sldLayoutMk cId="3818747538" sldId="214748375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1.446" v="44"/>
          <pc:sldLayoutMkLst>
            <pc:docMk/>
            <pc:sldMasterMk cId="741597224" sldId="2147483749"/>
            <pc:sldLayoutMk cId="2047707960" sldId="214748375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1.446" v="44"/>
          <pc:sldLayoutMkLst>
            <pc:docMk/>
            <pc:sldMasterMk cId="741597224" sldId="2147483749"/>
            <pc:sldLayoutMk cId="941740061" sldId="214748375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1.446" v="44"/>
          <pc:sldLayoutMkLst>
            <pc:docMk/>
            <pc:sldMasterMk cId="741597224" sldId="2147483749"/>
            <pc:sldLayoutMk cId="3773561120" sldId="214748375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1.446" v="44"/>
          <pc:sldLayoutMkLst>
            <pc:docMk/>
            <pc:sldMasterMk cId="741597224" sldId="2147483749"/>
            <pc:sldLayoutMk cId="29045908" sldId="214748375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1.446" v="44"/>
          <pc:sldLayoutMkLst>
            <pc:docMk/>
            <pc:sldMasterMk cId="741597224" sldId="2147483749"/>
            <pc:sldLayoutMk cId="4104867436" sldId="214748375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1.446" v="44"/>
          <pc:sldLayoutMkLst>
            <pc:docMk/>
            <pc:sldMasterMk cId="741597224" sldId="2147483749"/>
            <pc:sldLayoutMk cId="1694083536" sldId="214748375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1.446" v="44"/>
          <pc:sldLayoutMkLst>
            <pc:docMk/>
            <pc:sldMasterMk cId="741597224" sldId="2147483749"/>
            <pc:sldLayoutMk cId="2355326010" sldId="214748375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1.446" v="44"/>
          <pc:sldLayoutMkLst>
            <pc:docMk/>
            <pc:sldMasterMk cId="741597224" sldId="2147483749"/>
            <pc:sldLayoutMk cId="3562939460" sldId="214748375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1.446" v="44"/>
          <pc:sldLayoutMkLst>
            <pc:docMk/>
            <pc:sldMasterMk cId="741597224" sldId="2147483749"/>
            <pc:sldLayoutMk cId="737610793" sldId="214748375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1.446" v="44"/>
          <pc:sldLayoutMkLst>
            <pc:docMk/>
            <pc:sldMasterMk cId="741597224" sldId="2147483749"/>
            <pc:sldLayoutMk cId="132025255" sldId="2147483760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7:25.243" v="45"/>
        <pc:sldMasterMkLst>
          <pc:docMk/>
          <pc:sldMasterMk cId="185683065" sldId="2147483761"/>
        </pc:sldMasterMkLst>
        <pc:sldLayoutChg chg="add del mod replId">
          <pc:chgData name="Sharma,Rajat" userId="S::rs3845@drexel.edu::f87fac60-3f5b-4579-805d-860f4bca1ca5" providerId="AD" clId="Web-{008EE05B-0048-84FA-5881-1A0EC6B84CA4}" dt="2025-06-12T23:57:25.243" v="45"/>
          <pc:sldLayoutMkLst>
            <pc:docMk/>
            <pc:sldMasterMk cId="185683065" sldId="2147483761"/>
            <pc:sldLayoutMk cId="2549558468" sldId="214748376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5.243" v="45"/>
          <pc:sldLayoutMkLst>
            <pc:docMk/>
            <pc:sldMasterMk cId="185683065" sldId="2147483761"/>
            <pc:sldLayoutMk cId="1142968418" sldId="214748376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5.243" v="45"/>
          <pc:sldLayoutMkLst>
            <pc:docMk/>
            <pc:sldMasterMk cId="185683065" sldId="2147483761"/>
            <pc:sldLayoutMk cId="2093518667" sldId="214748376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5.243" v="45"/>
          <pc:sldLayoutMkLst>
            <pc:docMk/>
            <pc:sldMasterMk cId="185683065" sldId="2147483761"/>
            <pc:sldLayoutMk cId="1661064336" sldId="214748376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5.243" v="45"/>
          <pc:sldLayoutMkLst>
            <pc:docMk/>
            <pc:sldMasterMk cId="185683065" sldId="2147483761"/>
            <pc:sldLayoutMk cId="1452233248" sldId="214748376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5.243" v="45"/>
          <pc:sldLayoutMkLst>
            <pc:docMk/>
            <pc:sldMasterMk cId="185683065" sldId="2147483761"/>
            <pc:sldLayoutMk cId="3549061556" sldId="214748376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5.243" v="45"/>
          <pc:sldLayoutMkLst>
            <pc:docMk/>
            <pc:sldMasterMk cId="185683065" sldId="2147483761"/>
            <pc:sldLayoutMk cId="3137521420" sldId="214748376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5.243" v="45"/>
          <pc:sldLayoutMkLst>
            <pc:docMk/>
            <pc:sldMasterMk cId="185683065" sldId="2147483761"/>
            <pc:sldLayoutMk cId="3787149892" sldId="214748376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5.243" v="45"/>
          <pc:sldLayoutMkLst>
            <pc:docMk/>
            <pc:sldMasterMk cId="185683065" sldId="2147483761"/>
            <pc:sldLayoutMk cId="3153847470" sldId="214748377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5.243" v="45"/>
          <pc:sldLayoutMkLst>
            <pc:docMk/>
            <pc:sldMasterMk cId="185683065" sldId="2147483761"/>
            <pc:sldLayoutMk cId="371220647" sldId="214748377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25.243" v="45"/>
          <pc:sldLayoutMkLst>
            <pc:docMk/>
            <pc:sldMasterMk cId="185683065" sldId="2147483761"/>
            <pc:sldLayoutMk cId="3643533310" sldId="2147483772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7:36.196" v="46"/>
        <pc:sldMasterMkLst>
          <pc:docMk/>
          <pc:sldMasterMk cId="3081907649" sldId="2147483773"/>
        </pc:sldMasterMkLst>
        <pc:sldLayoutChg chg="add del mod replId">
          <pc:chgData name="Sharma,Rajat" userId="S::rs3845@drexel.edu::f87fac60-3f5b-4579-805d-860f4bca1ca5" providerId="AD" clId="Web-{008EE05B-0048-84FA-5881-1A0EC6B84CA4}" dt="2025-06-12T23:57:36.196" v="46"/>
          <pc:sldLayoutMkLst>
            <pc:docMk/>
            <pc:sldMasterMk cId="3081907649" sldId="2147483773"/>
            <pc:sldLayoutMk cId="1147247559" sldId="214748377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36.196" v="46"/>
          <pc:sldLayoutMkLst>
            <pc:docMk/>
            <pc:sldMasterMk cId="3081907649" sldId="2147483773"/>
            <pc:sldLayoutMk cId="2991385104" sldId="214748377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36.196" v="46"/>
          <pc:sldLayoutMkLst>
            <pc:docMk/>
            <pc:sldMasterMk cId="3081907649" sldId="2147483773"/>
            <pc:sldLayoutMk cId="333419042" sldId="214748377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36.196" v="46"/>
          <pc:sldLayoutMkLst>
            <pc:docMk/>
            <pc:sldMasterMk cId="3081907649" sldId="2147483773"/>
            <pc:sldLayoutMk cId="1012985732" sldId="214748377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36.196" v="46"/>
          <pc:sldLayoutMkLst>
            <pc:docMk/>
            <pc:sldMasterMk cId="3081907649" sldId="2147483773"/>
            <pc:sldLayoutMk cId="2891777396" sldId="214748377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36.196" v="46"/>
          <pc:sldLayoutMkLst>
            <pc:docMk/>
            <pc:sldMasterMk cId="3081907649" sldId="2147483773"/>
            <pc:sldLayoutMk cId="3196523960" sldId="214748377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36.196" v="46"/>
          <pc:sldLayoutMkLst>
            <pc:docMk/>
            <pc:sldMasterMk cId="3081907649" sldId="2147483773"/>
            <pc:sldLayoutMk cId="3903928694" sldId="214748378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36.196" v="46"/>
          <pc:sldLayoutMkLst>
            <pc:docMk/>
            <pc:sldMasterMk cId="3081907649" sldId="2147483773"/>
            <pc:sldLayoutMk cId="3259976865" sldId="214748378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36.196" v="46"/>
          <pc:sldLayoutMkLst>
            <pc:docMk/>
            <pc:sldMasterMk cId="3081907649" sldId="2147483773"/>
            <pc:sldLayoutMk cId="174795722" sldId="214748378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36.196" v="46"/>
          <pc:sldLayoutMkLst>
            <pc:docMk/>
            <pc:sldMasterMk cId="3081907649" sldId="2147483773"/>
            <pc:sldLayoutMk cId="3870646456" sldId="214748378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36.196" v="46"/>
          <pc:sldLayoutMkLst>
            <pc:docMk/>
            <pc:sldMasterMk cId="3081907649" sldId="2147483773"/>
            <pc:sldLayoutMk cId="1771409380" sldId="2147483784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7:44.743" v="47"/>
        <pc:sldMasterMkLst>
          <pc:docMk/>
          <pc:sldMasterMk cId="2397917600" sldId="2147483785"/>
        </pc:sldMasterMkLst>
        <pc:sldLayoutChg chg="add del mod replId">
          <pc:chgData name="Sharma,Rajat" userId="S::rs3845@drexel.edu::f87fac60-3f5b-4579-805d-860f4bca1ca5" providerId="AD" clId="Web-{008EE05B-0048-84FA-5881-1A0EC6B84CA4}" dt="2025-06-12T23:57:44.743" v="47"/>
          <pc:sldLayoutMkLst>
            <pc:docMk/>
            <pc:sldMasterMk cId="2397917600" sldId="2147483785"/>
            <pc:sldLayoutMk cId="120260335" sldId="214748378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4.743" v="47"/>
          <pc:sldLayoutMkLst>
            <pc:docMk/>
            <pc:sldMasterMk cId="2397917600" sldId="2147483785"/>
            <pc:sldLayoutMk cId="1869410174" sldId="214748378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4.743" v="47"/>
          <pc:sldLayoutMkLst>
            <pc:docMk/>
            <pc:sldMasterMk cId="2397917600" sldId="2147483785"/>
            <pc:sldLayoutMk cId="3900407383" sldId="214748378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4.743" v="47"/>
          <pc:sldLayoutMkLst>
            <pc:docMk/>
            <pc:sldMasterMk cId="2397917600" sldId="2147483785"/>
            <pc:sldLayoutMk cId="2490206360" sldId="214748378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4.743" v="47"/>
          <pc:sldLayoutMkLst>
            <pc:docMk/>
            <pc:sldMasterMk cId="2397917600" sldId="2147483785"/>
            <pc:sldLayoutMk cId="2826045557" sldId="214748379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4.743" v="47"/>
          <pc:sldLayoutMkLst>
            <pc:docMk/>
            <pc:sldMasterMk cId="2397917600" sldId="2147483785"/>
            <pc:sldLayoutMk cId="193062736" sldId="214748379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4.743" v="47"/>
          <pc:sldLayoutMkLst>
            <pc:docMk/>
            <pc:sldMasterMk cId="2397917600" sldId="2147483785"/>
            <pc:sldLayoutMk cId="2718320010" sldId="214748379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4.743" v="47"/>
          <pc:sldLayoutMkLst>
            <pc:docMk/>
            <pc:sldMasterMk cId="2397917600" sldId="2147483785"/>
            <pc:sldLayoutMk cId="1334552402" sldId="214748379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4.743" v="47"/>
          <pc:sldLayoutMkLst>
            <pc:docMk/>
            <pc:sldMasterMk cId="2397917600" sldId="2147483785"/>
            <pc:sldLayoutMk cId="2326595732" sldId="214748379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4.743" v="47"/>
          <pc:sldLayoutMkLst>
            <pc:docMk/>
            <pc:sldMasterMk cId="2397917600" sldId="2147483785"/>
            <pc:sldLayoutMk cId="771096857" sldId="214748379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4.743" v="47"/>
          <pc:sldLayoutMkLst>
            <pc:docMk/>
            <pc:sldMasterMk cId="2397917600" sldId="2147483785"/>
            <pc:sldLayoutMk cId="2891814471" sldId="2147483796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7:49.775" v="48"/>
        <pc:sldMasterMkLst>
          <pc:docMk/>
          <pc:sldMasterMk cId="316177100" sldId="2147483797"/>
        </pc:sldMasterMkLst>
        <pc:sldLayoutChg chg="add del mod replId">
          <pc:chgData name="Sharma,Rajat" userId="S::rs3845@drexel.edu::f87fac60-3f5b-4579-805d-860f4bca1ca5" providerId="AD" clId="Web-{008EE05B-0048-84FA-5881-1A0EC6B84CA4}" dt="2025-06-12T23:57:49.775" v="48"/>
          <pc:sldLayoutMkLst>
            <pc:docMk/>
            <pc:sldMasterMk cId="316177100" sldId="2147483797"/>
            <pc:sldLayoutMk cId="826440358" sldId="214748379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9.775" v="48"/>
          <pc:sldLayoutMkLst>
            <pc:docMk/>
            <pc:sldMasterMk cId="316177100" sldId="2147483797"/>
            <pc:sldLayoutMk cId="370419081" sldId="214748379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9.775" v="48"/>
          <pc:sldLayoutMkLst>
            <pc:docMk/>
            <pc:sldMasterMk cId="316177100" sldId="2147483797"/>
            <pc:sldLayoutMk cId="1146345289" sldId="214748380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9.775" v="48"/>
          <pc:sldLayoutMkLst>
            <pc:docMk/>
            <pc:sldMasterMk cId="316177100" sldId="2147483797"/>
            <pc:sldLayoutMk cId="2746546286" sldId="214748380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9.775" v="48"/>
          <pc:sldLayoutMkLst>
            <pc:docMk/>
            <pc:sldMasterMk cId="316177100" sldId="2147483797"/>
            <pc:sldLayoutMk cId="1121166403" sldId="214748380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9.775" v="48"/>
          <pc:sldLayoutMkLst>
            <pc:docMk/>
            <pc:sldMasterMk cId="316177100" sldId="2147483797"/>
            <pc:sldLayoutMk cId="1178393420" sldId="214748380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9.775" v="48"/>
          <pc:sldLayoutMkLst>
            <pc:docMk/>
            <pc:sldMasterMk cId="316177100" sldId="2147483797"/>
            <pc:sldLayoutMk cId="1544900935" sldId="214748380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9.775" v="48"/>
          <pc:sldLayoutMkLst>
            <pc:docMk/>
            <pc:sldMasterMk cId="316177100" sldId="2147483797"/>
            <pc:sldLayoutMk cId="3829442992" sldId="214748380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9.775" v="48"/>
          <pc:sldLayoutMkLst>
            <pc:docMk/>
            <pc:sldMasterMk cId="316177100" sldId="2147483797"/>
            <pc:sldLayoutMk cId="368983758" sldId="214748380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9.775" v="48"/>
          <pc:sldLayoutMkLst>
            <pc:docMk/>
            <pc:sldMasterMk cId="316177100" sldId="2147483797"/>
            <pc:sldLayoutMk cId="1563351807" sldId="214748380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49.775" v="48"/>
          <pc:sldLayoutMkLst>
            <pc:docMk/>
            <pc:sldMasterMk cId="316177100" sldId="2147483797"/>
            <pc:sldLayoutMk cId="453859971" sldId="2147483808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7:57.884" v="49"/>
        <pc:sldMasterMkLst>
          <pc:docMk/>
          <pc:sldMasterMk cId="2966657490" sldId="2147483809"/>
        </pc:sldMasterMkLst>
        <pc:sldLayoutChg chg="add del mod replId">
          <pc:chgData name="Sharma,Rajat" userId="S::rs3845@drexel.edu::f87fac60-3f5b-4579-805d-860f4bca1ca5" providerId="AD" clId="Web-{008EE05B-0048-84FA-5881-1A0EC6B84CA4}" dt="2025-06-12T23:57:57.884" v="49"/>
          <pc:sldLayoutMkLst>
            <pc:docMk/>
            <pc:sldMasterMk cId="2966657490" sldId="2147483809"/>
            <pc:sldLayoutMk cId="3019185144" sldId="214748381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57.884" v="49"/>
          <pc:sldLayoutMkLst>
            <pc:docMk/>
            <pc:sldMasterMk cId="2966657490" sldId="2147483809"/>
            <pc:sldLayoutMk cId="2212620456" sldId="214748381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57.884" v="49"/>
          <pc:sldLayoutMkLst>
            <pc:docMk/>
            <pc:sldMasterMk cId="2966657490" sldId="2147483809"/>
            <pc:sldLayoutMk cId="1361817043" sldId="214748381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57.884" v="49"/>
          <pc:sldLayoutMkLst>
            <pc:docMk/>
            <pc:sldMasterMk cId="2966657490" sldId="2147483809"/>
            <pc:sldLayoutMk cId="696907722" sldId="214748381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57.884" v="49"/>
          <pc:sldLayoutMkLst>
            <pc:docMk/>
            <pc:sldMasterMk cId="2966657490" sldId="2147483809"/>
            <pc:sldLayoutMk cId="1665195129" sldId="214748381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57.884" v="49"/>
          <pc:sldLayoutMkLst>
            <pc:docMk/>
            <pc:sldMasterMk cId="2966657490" sldId="2147483809"/>
            <pc:sldLayoutMk cId="4036174065" sldId="214748381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57.884" v="49"/>
          <pc:sldLayoutMkLst>
            <pc:docMk/>
            <pc:sldMasterMk cId="2966657490" sldId="2147483809"/>
            <pc:sldLayoutMk cId="2864762483" sldId="214748381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57.884" v="49"/>
          <pc:sldLayoutMkLst>
            <pc:docMk/>
            <pc:sldMasterMk cId="2966657490" sldId="2147483809"/>
            <pc:sldLayoutMk cId="3285584858" sldId="214748381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57.884" v="49"/>
          <pc:sldLayoutMkLst>
            <pc:docMk/>
            <pc:sldMasterMk cId="2966657490" sldId="2147483809"/>
            <pc:sldLayoutMk cId="3773503263" sldId="214748381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57.884" v="49"/>
          <pc:sldLayoutMkLst>
            <pc:docMk/>
            <pc:sldMasterMk cId="2966657490" sldId="2147483809"/>
            <pc:sldLayoutMk cId="3223655486" sldId="214748381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7:57.884" v="49"/>
          <pc:sldLayoutMkLst>
            <pc:docMk/>
            <pc:sldMasterMk cId="2966657490" sldId="2147483809"/>
            <pc:sldLayoutMk cId="625955719" sldId="2147483820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8:06.463" v="50"/>
        <pc:sldMasterMkLst>
          <pc:docMk/>
          <pc:sldMasterMk cId="2910176744" sldId="2147483821"/>
        </pc:sldMasterMkLst>
        <pc:sldLayoutChg chg="add del mod replId">
          <pc:chgData name="Sharma,Rajat" userId="S::rs3845@drexel.edu::f87fac60-3f5b-4579-805d-860f4bca1ca5" providerId="AD" clId="Web-{008EE05B-0048-84FA-5881-1A0EC6B84CA4}" dt="2025-06-12T23:58:06.463" v="50"/>
          <pc:sldLayoutMkLst>
            <pc:docMk/>
            <pc:sldMasterMk cId="2910176744" sldId="2147483821"/>
            <pc:sldLayoutMk cId="3165196661" sldId="214748382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6.463" v="50"/>
          <pc:sldLayoutMkLst>
            <pc:docMk/>
            <pc:sldMasterMk cId="2910176744" sldId="2147483821"/>
            <pc:sldLayoutMk cId="3276837905" sldId="214748382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6.463" v="50"/>
          <pc:sldLayoutMkLst>
            <pc:docMk/>
            <pc:sldMasterMk cId="2910176744" sldId="2147483821"/>
            <pc:sldLayoutMk cId="2183040549" sldId="214748382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6.463" v="50"/>
          <pc:sldLayoutMkLst>
            <pc:docMk/>
            <pc:sldMasterMk cId="2910176744" sldId="2147483821"/>
            <pc:sldLayoutMk cId="102644104" sldId="214748382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6.463" v="50"/>
          <pc:sldLayoutMkLst>
            <pc:docMk/>
            <pc:sldMasterMk cId="2910176744" sldId="2147483821"/>
            <pc:sldLayoutMk cId="2203046030" sldId="214748382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6.463" v="50"/>
          <pc:sldLayoutMkLst>
            <pc:docMk/>
            <pc:sldMasterMk cId="2910176744" sldId="2147483821"/>
            <pc:sldLayoutMk cId="3173041776" sldId="214748382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6.463" v="50"/>
          <pc:sldLayoutMkLst>
            <pc:docMk/>
            <pc:sldMasterMk cId="2910176744" sldId="2147483821"/>
            <pc:sldLayoutMk cId="1658227451" sldId="214748382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6.463" v="50"/>
          <pc:sldLayoutMkLst>
            <pc:docMk/>
            <pc:sldMasterMk cId="2910176744" sldId="2147483821"/>
            <pc:sldLayoutMk cId="2013733721" sldId="214748382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6.463" v="50"/>
          <pc:sldLayoutMkLst>
            <pc:docMk/>
            <pc:sldMasterMk cId="2910176744" sldId="2147483821"/>
            <pc:sldLayoutMk cId="3281642296" sldId="214748383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6.463" v="50"/>
          <pc:sldLayoutMkLst>
            <pc:docMk/>
            <pc:sldMasterMk cId="2910176744" sldId="2147483821"/>
            <pc:sldLayoutMk cId="1642176877" sldId="214748383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6.463" v="50"/>
          <pc:sldLayoutMkLst>
            <pc:docMk/>
            <pc:sldMasterMk cId="2910176744" sldId="2147483821"/>
            <pc:sldLayoutMk cId="69020698" sldId="2147483832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8:08.213" v="51"/>
        <pc:sldMasterMkLst>
          <pc:docMk/>
          <pc:sldMasterMk cId="2350392502" sldId="2147483833"/>
        </pc:sldMasterMkLst>
        <pc:sldLayoutChg chg="add del mod replId">
          <pc:chgData name="Sharma,Rajat" userId="S::rs3845@drexel.edu::f87fac60-3f5b-4579-805d-860f4bca1ca5" providerId="AD" clId="Web-{008EE05B-0048-84FA-5881-1A0EC6B84CA4}" dt="2025-06-12T23:58:08.213" v="51"/>
          <pc:sldLayoutMkLst>
            <pc:docMk/>
            <pc:sldMasterMk cId="2350392502" sldId="2147483833"/>
            <pc:sldLayoutMk cId="1063931631" sldId="214748383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8.213" v="51"/>
          <pc:sldLayoutMkLst>
            <pc:docMk/>
            <pc:sldMasterMk cId="2350392502" sldId="2147483833"/>
            <pc:sldLayoutMk cId="1169242453" sldId="214748383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8.213" v="51"/>
          <pc:sldLayoutMkLst>
            <pc:docMk/>
            <pc:sldMasterMk cId="2350392502" sldId="2147483833"/>
            <pc:sldLayoutMk cId="399655502" sldId="214748383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8.213" v="51"/>
          <pc:sldLayoutMkLst>
            <pc:docMk/>
            <pc:sldMasterMk cId="2350392502" sldId="2147483833"/>
            <pc:sldLayoutMk cId="319901823" sldId="214748383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8.213" v="51"/>
          <pc:sldLayoutMkLst>
            <pc:docMk/>
            <pc:sldMasterMk cId="2350392502" sldId="2147483833"/>
            <pc:sldLayoutMk cId="3312132401" sldId="214748383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8.213" v="51"/>
          <pc:sldLayoutMkLst>
            <pc:docMk/>
            <pc:sldMasterMk cId="2350392502" sldId="2147483833"/>
            <pc:sldLayoutMk cId="1862352771" sldId="214748383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8.213" v="51"/>
          <pc:sldLayoutMkLst>
            <pc:docMk/>
            <pc:sldMasterMk cId="2350392502" sldId="2147483833"/>
            <pc:sldLayoutMk cId="1777382894" sldId="214748384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8.213" v="51"/>
          <pc:sldLayoutMkLst>
            <pc:docMk/>
            <pc:sldMasterMk cId="2350392502" sldId="2147483833"/>
            <pc:sldLayoutMk cId="1174578485" sldId="214748384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8.213" v="51"/>
          <pc:sldLayoutMkLst>
            <pc:docMk/>
            <pc:sldMasterMk cId="2350392502" sldId="2147483833"/>
            <pc:sldLayoutMk cId="3249936552" sldId="214748384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8.213" v="51"/>
          <pc:sldLayoutMkLst>
            <pc:docMk/>
            <pc:sldMasterMk cId="2350392502" sldId="2147483833"/>
            <pc:sldLayoutMk cId="2477696918" sldId="214748384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08.213" v="51"/>
          <pc:sldLayoutMkLst>
            <pc:docMk/>
            <pc:sldMasterMk cId="2350392502" sldId="2147483833"/>
            <pc:sldLayoutMk cId="548023262" sldId="2147483844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8:10.354" v="52"/>
        <pc:sldMasterMkLst>
          <pc:docMk/>
          <pc:sldMasterMk cId="911216452" sldId="2147483845"/>
        </pc:sldMasterMkLst>
        <pc:sldLayoutChg chg="add del mod replId">
          <pc:chgData name="Sharma,Rajat" userId="S::rs3845@drexel.edu::f87fac60-3f5b-4579-805d-860f4bca1ca5" providerId="AD" clId="Web-{008EE05B-0048-84FA-5881-1A0EC6B84CA4}" dt="2025-06-12T23:58:10.354" v="52"/>
          <pc:sldLayoutMkLst>
            <pc:docMk/>
            <pc:sldMasterMk cId="911216452" sldId="2147483845"/>
            <pc:sldLayoutMk cId="406995013" sldId="214748384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0.354" v="52"/>
          <pc:sldLayoutMkLst>
            <pc:docMk/>
            <pc:sldMasterMk cId="911216452" sldId="2147483845"/>
            <pc:sldLayoutMk cId="1666412447" sldId="214748384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0.354" v="52"/>
          <pc:sldLayoutMkLst>
            <pc:docMk/>
            <pc:sldMasterMk cId="911216452" sldId="2147483845"/>
            <pc:sldLayoutMk cId="2934227661" sldId="214748384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0.354" v="52"/>
          <pc:sldLayoutMkLst>
            <pc:docMk/>
            <pc:sldMasterMk cId="911216452" sldId="2147483845"/>
            <pc:sldLayoutMk cId="2711612039" sldId="214748384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0.354" v="52"/>
          <pc:sldLayoutMkLst>
            <pc:docMk/>
            <pc:sldMasterMk cId="911216452" sldId="2147483845"/>
            <pc:sldLayoutMk cId="520943473" sldId="214748385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0.354" v="52"/>
          <pc:sldLayoutMkLst>
            <pc:docMk/>
            <pc:sldMasterMk cId="911216452" sldId="2147483845"/>
            <pc:sldLayoutMk cId="1912569702" sldId="214748385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0.354" v="52"/>
          <pc:sldLayoutMkLst>
            <pc:docMk/>
            <pc:sldMasterMk cId="911216452" sldId="2147483845"/>
            <pc:sldLayoutMk cId="3479171106" sldId="214748385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0.354" v="52"/>
          <pc:sldLayoutMkLst>
            <pc:docMk/>
            <pc:sldMasterMk cId="911216452" sldId="2147483845"/>
            <pc:sldLayoutMk cId="3473351831" sldId="214748385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0.354" v="52"/>
          <pc:sldLayoutMkLst>
            <pc:docMk/>
            <pc:sldMasterMk cId="911216452" sldId="2147483845"/>
            <pc:sldLayoutMk cId="2956284482" sldId="214748385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0.354" v="52"/>
          <pc:sldLayoutMkLst>
            <pc:docMk/>
            <pc:sldMasterMk cId="911216452" sldId="2147483845"/>
            <pc:sldLayoutMk cId="3625877193" sldId="214748385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0.354" v="52"/>
          <pc:sldLayoutMkLst>
            <pc:docMk/>
            <pc:sldMasterMk cId="911216452" sldId="2147483845"/>
            <pc:sldLayoutMk cId="3445276092" sldId="2147483856"/>
          </pc:sldLayoutMkLst>
        </pc:sldLayoutChg>
      </pc:sldMasterChg>
      <pc:sldMasterChg chg="add del addSldLayout delSldLayout modSldLayout">
        <pc:chgData name="Sharma,Rajat" userId="S::rs3845@drexel.edu::f87fac60-3f5b-4579-805d-860f4bca1ca5" providerId="AD" clId="Web-{008EE05B-0048-84FA-5881-1A0EC6B84CA4}" dt="2025-06-12T23:58:12.369" v="53"/>
        <pc:sldMasterMkLst>
          <pc:docMk/>
          <pc:sldMasterMk cId="3945406355" sldId="2147483857"/>
        </pc:sldMasterMkLst>
        <pc:sldLayoutChg chg="add del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945406355" sldId="2147483857"/>
            <pc:sldLayoutMk cId="3971351744" sldId="2147483858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945406355" sldId="2147483857"/>
            <pc:sldLayoutMk cId="1413529773" sldId="2147483859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945406355" sldId="2147483857"/>
            <pc:sldLayoutMk cId="3659589910" sldId="2147483860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945406355" sldId="2147483857"/>
            <pc:sldLayoutMk cId="3710064755" sldId="2147483861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945406355" sldId="2147483857"/>
            <pc:sldLayoutMk cId="2541359925" sldId="2147483862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945406355" sldId="2147483857"/>
            <pc:sldLayoutMk cId="3139707611" sldId="2147483863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945406355" sldId="2147483857"/>
            <pc:sldLayoutMk cId="3145859661" sldId="2147483864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945406355" sldId="2147483857"/>
            <pc:sldLayoutMk cId="390252881" sldId="2147483865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945406355" sldId="2147483857"/>
            <pc:sldLayoutMk cId="121823006" sldId="2147483866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945406355" sldId="2147483857"/>
            <pc:sldLayoutMk cId="3343937578" sldId="2147483867"/>
          </pc:sldLayoutMkLst>
        </pc:sldLayoutChg>
        <pc:sldLayoutChg chg="add del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945406355" sldId="2147483857"/>
            <pc:sldLayoutMk cId="1356527511" sldId="2147483868"/>
          </pc:sldLayoutMkLst>
        </pc:sldLayoutChg>
      </pc:sldMasterChg>
      <pc:sldMasterChg chg="add addSldLayout modSldLayout">
        <pc:chgData name="Sharma,Rajat" userId="S::rs3845@drexel.edu::f87fac60-3f5b-4579-805d-860f4bca1ca5" providerId="AD" clId="Web-{008EE05B-0048-84FA-5881-1A0EC6B84CA4}" dt="2025-06-12T23:58:12.369" v="53"/>
        <pc:sldMasterMkLst>
          <pc:docMk/>
          <pc:sldMasterMk cId="3444278596" sldId="2147483869"/>
        </pc:sldMasterMkLst>
        <pc:sldLayoutChg chg="add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444278596" sldId="2147483869"/>
            <pc:sldLayoutMk cId="2812638653" sldId="2147483870"/>
          </pc:sldLayoutMkLst>
        </pc:sldLayoutChg>
        <pc:sldLayoutChg chg="add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444278596" sldId="2147483869"/>
            <pc:sldLayoutMk cId="2246814862" sldId="2147483871"/>
          </pc:sldLayoutMkLst>
        </pc:sldLayoutChg>
        <pc:sldLayoutChg chg="add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444278596" sldId="2147483869"/>
            <pc:sldLayoutMk cId="3066211036" sldId="2147483872"/>
          </pc:sldLayoutMkLst>
        </pc:sldLayoutChg>
        <pc:sldLayoutChg chg="add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444278596" sldId="2147483869"/>
            <pc:sldLayoutMk cId="4065210407" sldId="2147483873"/>
          </pc:sldLayoutMkLst>
        </pc:sldLayoutChg>
        <pc:sldLayoutChg chg="add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444278596" sldId="2147483869"/>
            <pc:sldLayoutMk cId="3121372214" sldId="2147483874"/>
          </pc:sldLayoutMkLst>
        </pc:sldLayoutChg>
        <pc:sldLayoutChg chg="add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444278596" sldId="2147483869"/>
            <pc:sldLayoutMk cId="982053150" sldId="2147483875"/>
          </pc:sldLayoutMkLst>
        </pc:sldLayoutChg>
        <pc:sldLayoutChg chg="add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444278596" sldId="2147483869"/>
            <pc:sldLayoutMk cId="2230351808" sldId="2147483876"/>
          </pc:sldLayoutMkLst>
        </pc:sldLayoutChg>
        <pc:sldLayoutChg chg="add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444278596" sldId="2147483869"/>
            <pc:sldLayoutMk cId="3755958579" sldId="2147483877"/>
          </pc:sldLayoutMkLst>
        </pc:sldLayoutChg>
        <pc:sldLayoutChg chg="add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444278596" sldId="2147483869"/>
            <pc:sldLayoutMk cId="1072932002" sldId="2147483878"/>
          </pc:sldLayoutMkLst>
        </pc:sldLayoutChg>
        <pc:sldLayoutChg chg="add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444278596" sldId="2147483869"/>
            <pc:sldLayoutMk cId="1905386545" sldId="2147483879"/>
          </pc:sldLayoutMkLst>
        </pc:sldLayoutChg>
        <pc:sldLayoutChg chg="add mod replId">
          <pc:chgData name="Sharma,Rajat" userId="S::rs3845@drexel.edu::f87fac60-3f5b-4579-805d-860f4bca1ca5" providerId="AD" clId="Web-{008EE05B-0048-84FA-5881-1A0EC6B84CA4}" dt="2025-06-12T23:58:12.369" v="53"/>
          <pc:sldLayoutMkLst>
            <pc:docMk/>
            <pc:sldMasterMk cId="3444278596" sldId="2147483869"/>
            <pc:sldLayoutMk cId="90772156" sldId="2147483880"/>
          </pc:sldLayoutMkLst>
        </pc:sldLayoutChg>
      </pc:sldMasterChg>
    </pc:docChg>
  </pc:docChgLst>
  <pc:docChgLst>
    <pc:chgData name="Sharma,Rajat" userId="S::rs3845@drexel.edu::f87fac60-3f5b-4579-805d-860f4bca1ca5" providerId="AD" clId="Web-{A4BFE14F-D735-018F-4DE2-0D5BCC6680F2}"/>
    <pc:docChg chg="addSld delSld modSld sldOrd addMainMaster delMainMaster">
      <pc:chgData name="Sharma,Rajat" userId="S::rs3845@drexel.edu::f87fac60-3f5b-4579-805d-860f4bca1ca5" providerId="AD" clId="Web-{A4BFE14F-D735-018F-4DE2-0D5BCC6680F2}" dt="2025-06-13T17:12:59.208" v="2341"/>
      <pc:docMkLst>
        <pc:docMk/>
      </pc:docMkLst>
      <pc:sldChg chg="addSp delSp modSp mod modClrScheme chgLayout">
        <pc:chgData name="Sharma,Rajat" userId="S::rs3845@drexel.edu::f87fac60-3f5b-4579-805d-860f4bca1ca5" providerId="AD" clId="Web-{A4BFE14F-D735-018F-4DE2-0D5BCC6680F2}" dt="2025-06-13T15:14:04.448" v="189"/>
        <pc:sldMkLst>
          <pc:docMk/>
          <pc:sldMk cId="109857222" sldId="256"/>
        </pc:sldMkLst>
        <pc:spChg chg="mod ord">
          <ac:chgData name="Sharma,Rajat" userId="S::rs3845@drexel.edu::f87fac60-3f5b-4579-805d-860f4bca1ca5" providerId="AD" clId="Web-{A4BFE14F-D735-018F-4DE2-0D5BCC6680F2}" dt="2025-06-13T15:14:04.448" v="189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harma,Rajat" userId="S::rs3845@drexel.edu::f87fac60-3f5b-4579-805d-860f4bca1ca5" providerId="AD" clId="Web-{A4BFE14F-D735-018F-4DE2-0D5BCC6680F2}" dt="2025-06-13T15:14:04.448" v="189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Sharma,Rajat" userId="S::rs3845@drexel.edu::f87fac60-3f5b-4579-805d-860f4bca1ca5" providerId="AD" clId="Web-{A4BFE14F-D735-018F-4DE2-0D5BCC6680F2}" dt="2025-06-13T15:04:43.793" v="147" actId="1076"/>
          <ac:spMkLst>
            <pc:docMk/>
            <pc:sldMk cId="109857222" sldId="256"/>
            <ac:spMk id="5" creationId="{899AAA5B-C6FE-681F-1B38-458D8E4AFDDF}"/>
          </ac:spMkLst>
        </pc:spChg>
        <pc:picChg chg="add del mod">
          <ac:chgData name="Sharma,Rajat" userId="S::rs3845@drexel.edu::f87fac60-3f5b-4579-805d-860f4bca1ca5" providerId="AD" clId="Web-{A4BFE14F-D735-018F-4DE2-0D5BCC6680F2}" dt="2025-06-13T15:04:15.714" v="138"/>
          <ac:picMkLst>
            <pc:docMk/>
            <pc:sldMk cId="109857222" sldId="256"/>
            <ac:picMk id="4" creationId="{3C562BA0-F4DC-7FC5-4843-803BB779FB58}"/>
          </ac:picMkLst>
        </pc:picChg>
      </pc:sldChg>
      <pc:sldChg chg="addSp delSp modSp mod modClrScheme delDesignElem chgLayout modNotes">
        <pc:chgData name="Sharma,Rajat" userId="S::rs3845@drexel.edu::f87fac60-3f5b-4579-805d-860f4bca1ca5" providerId="AD" clId="Web-{A4BFE14F-D735-018F-4DE2-0D5BCC6680F2}" dt="2025-06-13T17:03:32.756" v="2299"/>
        <pc:sldMkLst>
          <pc:docMk/>
          <pc:sldMk cId="1552325540" sldId="257"/>
        </pc:sldMkLst>
        <pc:spChg chg="mod ord">
          <ac:chgData name="Sharma,Rajat" userId="S::rs3845@drexel.edu::f87fac60-3f5b-4579-805d-860f4bca1ca5" providerId="AD" clId="Web-{A4BFE14F-D735-018F-4DE2-0D5BCC6680F2}" dt="2025-06-13T15:32:07.678" v="419"/>
          <ac:spMkLst>
            <pc:docMk/>
            <pc:sldMk cId="1552325540" sldId="257"/>
            <ac:spMk id="2" creationId="{0A68A4AA-95D1-0FA6-80E3-B4EE69C18C83}"/>
          </ac:spMkLst>
        </pc:spChg>
        <pc:spChg chg="del">
          <ac:chgData name="Sharma,Rajat" userId="S::rs3845@drexel.edu::f87fac60-3f5b-4579-805d-860f4bca1ca5" providerId="AD" clId="Web-{A4BFE14F-D735-018F-4DE2-0D5BCC6680F2}" dt="2025-06-13T15:14:04.448" v="189"/>
          <ac:spMkLst>
            <pc:docMk/>
            <pc:sldMk cId="1552325540" sldId="257"/>
            <ac:spMk id="45" creationId="{F64BBAA4-C62B-4146-B49F-FE4CC4655EE0}"/>
          </ac:spMkLst>
        </pc:spChg>
        <pc:spChg chg="add del mod ord">
          <ac:chgData name="Sharma,Rajat" userId="S::rs3845@drexel.edu::f87fac60-3f5b-4579-805d-860f4bca1ca5" providerId="AD" clId="Web-{A4BFE14F-D735-018F-4DE2-0D5BCC6680F2}" dt="2025-06-13T15:17:29.672" v="257"/>
          <ac:spMkLst>
            <pc:docMk/>
            <pc:sldMk cId="1552325540" sldId="257"/>
            <ac:spMk id="46" creationId="{B640D284-B0FB-285F-D11E-2983483E607B}"/>
          </ac:spMkLst>
        </pc:spChg>
        <pc:spChg chg="del">
          <ac:chgData name="Sharma,Rajat" userId="S::rs3845@drexel.edu::f87fac60-3f5b-4579-805d-860f4bca1ca5" providerId="AD" clId="Web-{A4BFE14F-D735-018F-4DE2-0D5BCC6680F2}" dt="2025-06-13T15:14:04.448" v="189"/>
          <ac:spMkLst>
            <pc:docMk/>
            <pc:sldMk cId="1552325540" sldId="257"/>
            <ac:spMk id="47" creationId="{77C34054-98F8-4229-885E-04C525969C5E}"/>
          </ac:spMkLst>
        </pc:spChg>
        <pc:spChg chg="del">
          <ac:chgData name="Sharma,Rajat" userId="S::rs3845@drexel.edu::f87fac60-3f5b-4579-805d-860f4bca1ca5" providerId="AD" clId="Web-{A4BFE14F-D735-018F-4DE2-0D5BCC6680F2}" dt="2025-06-13T15:14:04.448" v="189"/>
          <ac:spMkLst>
            <pc:docMk/>
            <pc:sldMk cId="1552325540" sldId="257"/>
            <ac:spMk id="48" creationId="{22AAB964-B835-4B93-A1F3-4A30D1F38589}"/>
          </ac:spMkLst>
        </pc:spChg>
        <pc:spChg chg="add del">
          <ac:chgData name="Sharma,Rajat" userId="S::rs3845@drexel.edu::f87fac60-3f5b-4579-805d-860f4bca1ca5" providerId="AD" clId="Web-{A4BFE14F-D735-018F-4DE2-0D5BCC6680F2}" dt="2025-06-13T15:16:50.217" v="241"/>
          <ac:spMkLst>
            <pc:docMk/>
            <pc:sldMk cId="1552325540" sldId="257"/>
            <ac:spMk id="51" creationId="{44CC594A-A820-450F-B363-C19201FCFEC6}"/>
          </ac:spMkLst>
        </pc:spChg>
        <pc:spChg chg="add del">
          <ac:chgData name="Sharma,Rajat" userId="S::rs3845@drexel.edu::f87fac60-3f5b-4579-805d-860f4bca1ca5" providerId="AD" clId="Web-{A4BFE14F-D735-018F-4DE2-0D5BCC6680F2}" dt="2025-06-13T15:16:50.217" v="241"/>
          <ac:spMkLst>
            <pc:docMk/>
            <pc:sldMk cId="1552325540" sldId="257"/>
            <ac:spMk id="53" creationId="{59FAB3DA-E9ED-4574-ABCC-378BC0FF1BBC}"/>
          </ac:spMkLst>
        </pc:spChg>
        <pc:spChg chg="add del">
          <ac:chgData name="Sharma,Rajat" userId="S::rs3845@drexel.edu::f87fac60-3f5b-4579-805d-860f4bca1ca5" providerId="AD" clId="Web-{A4BFE14F-D735-018F-4DE2-0D5BCC6680F2}" dt="2025-06-13T15:16:50.217" v="241"/>
          <ac:spMkLst>
            <pc:docMk/>
            <pc:sldMk cId="1552325540" sldId="257"/>
            <ac:spMk id="55" creationId="{53B8D6B0-55D6-48DC-86D8-FD95D5F118AB}"/>
          </ac:spMkLst>
        </pc:spChg>
        <pc:spChg chg="add del">
          <ac:chgData name="Sharma,Rajat" userId="S::rs3845@drexel.edu::f87fac60-3f5b-4579-805d-860f4bca1ca5" providerId="AD" clId="Web-{A4BFE14F-D735-018F-4DE2-0D5BCC6680F2}" dt="2025-06-13T15:16:52.592" v="243"/>
          <ac:spMkLst>
            <pc:docMk/>
            <pc:sldMk cId="1552325540" sldId="257"/>
            <ac:spMk id="57" creationId="{9556C5A8-AD7E-4CE7-87BE-9EA3B5E1786F}"/>
          </ac:spMkLst>
        </pc:spChg>
        <pc:spChg chg="add del">
          <ac:chgData name="Sharma,Rajat" userId="S::rs3845@drexel.edu::f87fac60-3f5b-4579-805d-860f4bca1ca5" providerId="AD" clId="Web-{A4BFE14F-D735-018F-4DE2-0D5BCC6680F2}" dt="2025-06-13T15:16:52.592" v="243"/>
          <ac:spMkLst>
            <pc:docMk/>
            <pc:sldMk cId="1552325540" sldId="257"/>
            <ac:spMk id="58" creationId="{C33BF9DD-8A45-4EEE-B231-0A14D322E5F9}"/>
          </ac:spMkLst>
        </pc:spChg>
        <pc:spChg chg="add del">
          <ac:chgData name="Sharma,Rajat" userId="S::rs3845@drexel.edu::f87fac60-3f5b-4579-805d-860f4bca1ca5" providerId="AD" clId="Web-{A4BFE14F-D735-018F-4DE2-0D5BCC6680F2}" dt="2025-06-13T15:16:52.592" v="243"/>
          <ac:spMkLst>
            <pc:docMk/>
            <pc:sldMk cId="1552325540" sldId="257"/>
            <ac:spMk id="60" creationId="{D5FBCAC9-BD8B-4F3B-AD74-EF37D4211349}"/>
          </ac:spMkLst>
        </pc:spChg>
        <pc:spChg chg="add del">
          <ac:chgData name="Sharma,Rajat" userId="S::rs3845@drexel.edu::f87fac60-3f5b-4579-805d-860f4bca1ca5" providerId="AD" clId="Web-{A4BFE14F-D735-018F-4DE2-0D5BCC6680F2}" dt="2025-06-13T15:17:29.672" v="257"/>
          <ac:spMkLst>
            <pc:docMk/>
            <pc:sldMk cId="1552325540" sldId="257"/>
            <ac:spMk id="62" creationId="{52ABB703-2B0E-4C3B-B4A2-F3973548E561}"/>
          </ac:spMkLst>
        </pc:spChg>
        <pc:spChg chg="add del">
          <ac:chgData name="Sharma,Rajat" userId="S::rs3845@drexel.edu::f87fac60-3f5b-4579-805d-860f4bca1ca5" providerId="AD" clId="Web-{A4BFE14F-D735-018F-4DE2-0D5BCC6680F2}" dt="2025-06-13T15:17:29.672" v="257"/>
          <ac:spMkLst>
            <pc:docMk/>
            <pc:sldMk cId="1552325540" sldId="257"/>
            <ac:spMk id="64" creationId="{E95DA498-D9A2-4DA9-B9DA-B3776E08CF7E}"/>
          </ac:spMkLst>
        </pc:spChg>
        <pc:spChg chg="add del">
          <ac:chgData name="Sharma,Rajat" userId="S::rs3845@drexel.edu::f87fac60-3f5b-4579-805d-860f4bca1ca5" providerId="AD" clId="Web-{A4BFE14F-D735-018F-4DE2-0D5BCC6680F2}" dt="2025-06-13T15:17:29.672" v="257"/>
          <ac:spMkLst>
            <pc:docMk/>
            <pc:sldMk cId="1552325540" sldId="257"/>
            <ac:spMk id="65" creationId="{82A73093-4B9D-420D-B17E-52293703A1D4}"/>
          </ac:spMkLst>
        </pc:spChg>
        <pc:spChg chg="add del">
          <ac:chgData name="Sharma,Rajat" userId="S::rs3845@drexel.edu::f87fac60-3f5b-4579-805d-860f4bca1ca5" providerId="AD" clId="Web-{A4BFE14F-D735-018F-4DE2-0D5BCC6680F2}" dt="2025-06-13T15:17:26.234" v="254"/>
          <ac:spMkLst>
            <pc:docMk/>
            <pc:sldMk cId="1552325540" sldId="257"/>
            <ac:spMk id="70" creationId="{5CF81D86-BDBA-477C-B7DD-8D359BB9965B}"/>
          </ac:spMkLst>
        </pc:spChg>
        <pc:spChg chg="add del">
          <ac:chgData name="Sharma,Rajat" userId="S::rs3845@drexel.edu::f87fac60-3f5b-4579-805d-860f4bca1ca5" providerId="AD" clId="Web-{A4BFE14F-D735-018F-4DE2-0D5BCC6680F2}" dt="2025-06-13T15:17:26.234" v="254"/>
          <ac:spMkLst>
            <pc:docMk/>
            <pc:sldMk cId="1552325540" sldId="257"/>
            <ac:spMk id="73" creationId="{B640D284-B0FB-285F-D11E-2983483E607B}"/>
          </ac:spMkLst>
        </pc:spChg>
        <pc:spChg chg="add del">
          <ac:chgData name="Sharma,Rajat" userId="S::rs3845@drexel.edu::f87fac60-3f5b-4579-805d-860f4bca1ca5" providerId="AD" clId="Web-{A4BFE14F-D735-018F-4DE2-0D5BCC6680F2}" dt="2025-06-13T15:17:26.234" v="254"/>
          <ac:spMkLst>
            <pc:docMk/>
            <pc:sldMk cId="1552325540" sldId="257"/>
            <ac:spMk id="74" creationId="{88AA064E-5F6E-4024-BC28-EDDC3DFC70E1}"/>
          </ac:spMkLst>
        </pc:spChg>
        <pc:spChg chg="add del">
          <ac:chgData name="Sharma,Rajat" userId="S::rs3845@drexel.edu::f87fac60-3f5b-4579-805d-860f4bca1ca5" providerId="AD" clId="Web-{A4BFE14F-D735-018F-4DE2-0D5BCC6680F2}" dt="2025-06-13T15:17:26.234" v="254"/>
          <ac:spMkLst>
            <pc:docMk/>
            <pc:sldMk cId="1552325540" sldId="257"/>
            <ac:spMk id="76" creationId="{03B29638-4838-4B9B-B9DB-96E542BAF3E6}"/>
          </ac:spMkLst>
        </pc:spChg>
        <pc:spChg chg="add del">
          <ac:chgData name="Sharma,Rajat" userId="S::rs3845@drexel.edu::f87fac60-3f5b-4579-805d-860f4bca1ca5" providerId="AD" clId="Web-{A4BFE14F-D735-018F-4DE2-0D5BCC6680F2}" dt="2025-06-13T15:17:29.672" v="256"/>
          <ac:spMkLst>
            <pc:docMk/>
            <pc:sldMk cId="1552325540" sldId="257"/>
            <ac:spMk id="78" creationId="{52ABB703-2B0E-4C3B-B4A2-F3973548E561}"/>
          </ac:spMkLst>
        </pc:spChg>
        <pc:spChg chg="add del">
          <ac:chgData name="Sharma,Rajat" userId="S::rs3845@drexel.edu::f87fac60-3f5b-4579-805d-860f4bca1ca5" providerId="AD" clId="Web-{A4BFE14F-D735-018F-4DE2-0D5BCC6680F2}" dt="2025-06-13T15:17:29.672" v="256"/>
          <ac:spMkLst>
            <pc:docMk/>
            <pc:sldMk cId="1552325540" sldId="257"/>
            <ac:spMk id="81" creationId="{E95DA498-D9A2-4DA9-B9DA-B3776E08CF7E}"/>
          </ac:spMkLst>
        </pc:spChg>
        <pc:spChg chg="add del">
          <ac:chgData name="Sharma,Rajat" userId="S::rs3845@drexel.edu::f87fac60-3f5b-4579-805d-860f4bca1ca5" providerId="AD" clId="Web-{A4BFE14F-D735-018F-4DE2-0D5BCC6680F2}" dt="2025-06-13T15:17:29.672" v="256"/>
          <ac:spMkLst>
            <pc:docMk/>
            <pc:sldMk cId="1552325540" sldId="257"/>
            <ac:spMk id="82" creationId="{82A73093-4B9D-420D-B17E-52293703A1D4}"/>
          </ac:spMkLst>
        </pc:spChg>
        <pc:spChg chg="add mod">
          <ac:chgData name="Sharma,Rajat" userId="S::rs3845@drexel.edu::f87fac60-3f5b-4579-805d-860f4bca1ca5" providerId="AD" clId="Web-{A4BFE14F-D735-018F-4DE2-0D5BCC6680F2}" dt="2025-06-13T15:36:52.857" v="478"/>
          <ac:spMkLst>
            <pc:docMk/>
            <pc:sldMk cId="1552325540" sldId="257"/>
            <ac:spMk id="84" creationId="{B640D284-B0FB-285F-D11E-2983483E607B}"/>
          </ac:spMkLst>
        </pc:spChg>
        <pc:spChg chg="add del">
          <ac:chgData name="Sharma,Rajat" userId="S::rs3845@drexel.edu::f87fac60-3f5b-4579-805d-860f4bca1ca5" providerId="AD" clId="Web-{A4BFE14F-D735-018F-4DE2-0D5BCC6680F2}" dt="2025-06-13T15:32:07.663" v="418"/>
          <ac:spMkLst>
            <pc:docMk/>
            <pc:sldMk cId="1552325540" sldId="257"/>
            <ac:spMk id="89" creationId="{284B70D5-875B-433D-BDBD-1522A85D6C1D}"/>
          </ac:spMkLst>
        </pc:spChg>
        <pc:spChg chg="add del">
          <ac:chgData name="Sharma,Rajat" userId="S::rs3845@drexel.edu::f87fac60-3f5b-4579-805d-860f4bca1ca5" providerId="AD" clId="Web-{A4BFE14F-D735-018F-4DE2-0D5BCC6680F2}" dt="2025-06-13T15:32:07.663" v="418"/>
          <ac:spMkLst>
            <pc:docMk/>
            <pc:sldMk cId="1552325540" sldId="257"/>
            <ac:spMk id="93" creationId="{1E299956-A9E7-4FC1-A0B1-D590CA9730E8}"/>
          </ac:spMkLst>
        </pc:spChg>
        <pc:spChg chg="add del">
          <ac:chgData name="Sharma,Rajat" userId="S::rs3845@drexel.edu::f87fac60-3f5b-4579-805d-860f4bca1ca5" providerId="AD" clId="Web-{A4BFE14F-D735-018F-4DE2-0D5BCC6680F2}" dt="2025-06-13T15:32:07.663" v="418"/>
          <ac:spMkLst>
            <pc:docMk/>
            <pc:sldMk cId="1552325540" sldId="257"/>
            <ac:spMk id="95" creationId="{17FC539C-B783-4B03-9F9E-D13430F3F64F}"/>
          </ac:spMkLst>
        </pc:spChg>
        <pc:spChg chg="add">
          <ac:chgData name="Sharma,Rajat" userId="S::rs3845@drexel.edu::f87fac60-3f5b-4579-805d-860f4bca1ca5" providerId="AD" clId="Web-{A4BFE14F-D735-018F-4DE2-0D5BCC6680F2}" dt="2025-06-13T15:32:07.678" v="419"/>
          <ac:spMkLst>
            <pc:docMk/>
            <pc:sldMk cId="1552325540" sldId="257"/>
            <ac:spMk id="97" creationId="{C33BF9DD-8A45-4EEE-B231-0A14D322E5F9}"/>
          </ac:spMkLst>
        </pc:spChg>
        <pc:spChg chg="add">
          <ac:chgData name="Sharma,Rajat" userId="S::rs3845@drexel.edu::f87fac60-3f5b-4579-805d-860f4bca1ca5" providerId="AD" clId="Web-{A4BFE14F-D735-018F-4DE2-0D5BCC6680F2}" dt="2025-06-13T15:32:07.678" v="419"/>
          <ac:spMkLst>
            <pc:docMk/>
            <pc:sldMk cId="1552325540" sldId="257"/>
            <ac:spMk id="99" creationId="{D5FBCAC9-BD8B-4F3B-AD74-EF37D4211349}"/>
          </ac:spMkLst>
        </pc:spChg>
        <pc:spChg chg="add">
          <ac:chgData name="Sharma,Rajat" userId="S::rs3845@drexel.edu::f87fac60-3f5b-4579-805d-860f4bca1ca5" providerId="AD" clId="Web-{A4BFE14F-D735-018F-4DE2-0D5BCC6680F2}" dt="2025-06-13T15:32:07.678" v="419"/>
          <ac:spMkLst>
            <pc:docMk/>
            <pc:sldMk cId="1552325540" sldId="257"/>
            <ac:spMk id="100" creationId="{9556C5A8-AD7E-4CE7-87BE-9EA3B5E1786F}"/>
          </ac:spMkLst>
        </pc:spChg>
        <pc:graphicFrameChg chg="add del">
          <ac:chgData name="Sharma,Rajat" userId="S::rs3845@drexel.edu::f87fac60-3f5b-4579-805d-860f4bca1ca5" providerId="AD" clId="Web-{A4BFE14F-D735-018F-4DE2-0D5BCC6680F2}" dt="2025-06-13T15:17:14.781" v="248"/>
          <ac:graphicFrameMkLst>
            <pc:docMk/>
            <pc:sldMk cId="1552325540" sldId="257"/>
            <ac:graphicFrameMk id="67" creationId="{19D4ECFF-1B3F-DFCE-1145-4E5827AFE746}"/>
          </ac:graphicFrameMkLst>
        </pc:graphicFrameChg>
        <pc:graphicFrameChg chg="add del">
          <ac:chgData name="Sharma,Rajat" userId="S::rs3845@drexel.edu::f87fac60-3f5b-4579-805d-860f4bca1ca5" providerId="AD" clId="Web-{A4BFE14F-D735-018F-4DE2-0D5BCC6680F2}" dt="2025-06-13T15:17:20.593" v="250"/>
          <ac:graphicFrameMkLst>
            <pc:docMk/>
            <pc:sldMk cId="1552325540" sldId="257"/>
            <ac:graphicFrameMk id="69" creationId="{F7F75E33-99C5-C144-52C2-EE9F1222CA6F}"/>
          </ac:graphicFrameMkLst>
        </pc:graphicFrameChg>
        <pc:graphicFrameChg chg="add del">
          <ac:chgData name="Sharma,Rajat" userId="S::rs3845@drexel.edu::f87fac60-3f5b-4579-805d-860f4bca1ca5" providerId="AD" clId="Web-{A4BFE14F-D735-018F-4DE2-0D5BCC6680F2}" dt="2025-06-13T15:17:23.078" v="252"/>
          <ac:graphicFrameMkLst>
            <pc:docMk/>
            <pc:sldMk cId="1552325540" sldId="257"/>
            <ac:graphicFrameMk id="71" creationId="{34984343-3A8D-3114-F0F2-EEBAB88D6357}"/>
          </ac:graphicFrameMkLst>
        </pc:graphicFrameChg>
        <pc:graphicFrameChg chg="add del">
          <ac:chgData name="Sharma,Rajat" userId="S::rs3845@drexel.edu::f87fac60-3f5b-4579-805d-860f4bca1ca5" providerId="AD" clId="Web-{A4BFE14F-D735-018F-4DE2-0D5BCC6680F2}" dt="2025-06-13T15:17:29.672" v="256"/>
          <ac:graphicFrameMkLst>
            <pc:docMk/>
            <pc:sldMk cId="1552325540" sldId="257"/>
            <ac:graphicFrameMk id="80" creationId="{19D4ECFF-1B3F-DFCE-1145-4E5827AFE746}"/>
          </ac:graphicFrameMkLst>
        </pc:graphicFrameChg>
        <pc:picChg chg="add mod">
          <ac:chgData name="Sharma,Rajat" userId="S::rs3845@drexel.edu::f87fac60-3f5b-4579-805d-860f4bca1ca5" providerId="AD" clId="Web-{A4BFE14F-D735-018F-4DE2-0D5BCC6680F2}" dt="2025-06-13T15:37:10.499" v="482" actId="1076"/>
          <ac:picMkLst>
            <pc:docMk/>
            <pc:sldMk cId="1552325540" sldId="257"/>
            <ac:picMk id="3" creationId="{8BA42E92-E34B-C92D-FD3C-0BFC3C5945C5}"/>
          </ac:picMkLst>
        </pc:picChg>
        <pc:picChg chg="del mod">
          <ac:chgData name="Sharma,Rajat" userId="S::rs3845@drexel.edu::f87fac60-3f5b-4579-805d-860f4bca1ca5" providerId="AD" clId="Web-{A4BFE14F-D735-018F-4DE2-0D5BCC6680F2}" dt="2025-06-13T14:54:19.620" v="14"/>
          <ac:picMkLst>
            <pc:docMk/>
            <pc:sldMk cId="1552325540" sldId="257"/>
            <ac:picMk id="5" creationId="{97F27F04-5878-4377-4207-6518393C13BA}"/>
          </ac:picMkLst>
        </pc:picChg>
        <pc:cxnChg chg="add del">
          <ac:chgData name="Sharma,Rajat" userId="S::rs3845@drexel.edu::f87fac60-3f5b-4579-805d-860f4bca1ca5" providerId="AD" clId="Web-{A4BFE14F-D735-018F-4DE2-0D5BCC6680F2}" dt="2025-06-13T15:16:52.592" v="243"/>
          <ac:cxnSpMkLst>
            <pc:docMk/>
            <pc:sldMk cId="1552325540" sldId="257"/>
            <ac:cxnSpMk id="59" creationId="{9020DCC9-F851-4562-BB20-1AB3C51BFD08}"/>
          </ac:cxnSpMkLst>
        </pc:cxnChg>
        <pc:cxnChg chg="add del">
          <ac:chgData name="Sharma,Rajat" userId="S::rs3845@drexel.edu::f87fac60-3f5b-4579-805d-860f4bca1ca5" providerId="AD" clId="Web-{A4BFE14F-D735-018F-4DE2-0D5BCC6680F2}" dt="2025-06-13T15:17:29.672" v="257"/>
          <ac:cxnSpMkLst>
            <pc:docMk/>
            <pc:sldMk cId="1552325540" sldId="257"/>
            <ac:cxnSpMk id="63" creationId="{9C21570E-E159-49A6-9891-FA397B7A92D3}"/>
          </ac:cxnSpMkLst>
        </pc:cxnChg>
        <pc:cxnChg chg="add del">
          <ac:chgData name="Sharma,Rajat" userId="S::rs3845@drexel.edu::f87fac60-3f5b-4579-805d-860f4bca1ca5" providerId="AD" clId="Web-{A4BFE14F-D735-018F-4DE2-0D5BCC6680F2}" dt="2025-06-13T15:17:29.672" v="256"/>
          <ac:cxnSpMkLst>
            <pc:docMk/>
            <pc:sldMk cId="1552325540" sldId="257"/>
            <ac:cxnSpMk id="79" creationId="{9C21570E-E159-49A6-9891-FA397B7A92D3}"/>
          </ac:cxnSpMkLst>
        </pc:cxnChg>
        <pc:cxnChg chg="add del">
          <ac:chgData name="Sharma,Rajat" userId="S::rs3845@drexel.edu::f87fac60-3f5b-4579-805d-860f4bca1ca5" providerId="AD" clId="Web-{A4BFE14F-D735-018F-4DE2-0D5BCC6680F2}" dt="2025-06-13T15:32:07.663" v="418"/>
          <ac:cxnSpMkLst>
            <pc:docMk/>
            <pc:sldMk cId="1552325540" sldId="257"/>
            <ac:cxnSpMk id="91" creationId="{C947DF4A-614C-4B4C-8B80-E5B9D8E8CFED}"/>
          </ac:cxnSpMkLst>
        </pc:cxnChg>
        <pc:cxnChg chg="add">
          <ac:chgData name="Sharma,Rajat" userId="S::rs3845@drexel.edu::f87fac60-3f5b-4579-805d-860f4bca1ca5" providerId="AD" clId="Web-{A4BFE14F-D735-018F-4DE2-0D5BCC6680F2}" dt="2025-06-13T15:32:07.678" v="419"/>
          <ac:cxnSpMkLst>
            <pc:docMk/>
            <pc:sldMk cId="1552325540" sldId="257"/>
            <ac:cxnSpMk id="98" creationId="{9020DCC9-F851-4562-BB20-1AB3C51BFD08}"/>
          </ac:cxnSpMkLst>
        </pc:cxnChg>
      </pc:sldChg>
      <pc:sldChg chg="addSp delSp modSp new mod setBg modClrScheme chgLayout modNotes">
        <pc:chgData name="Sharma,Rajat" userId="S::rs3845@drexel.edu::f87fac60-3f5b-4579-805d-860f4bca1ca5" providerId="AD" clId="Web-{A4BFE14F-D735-018F-4DE2-0D5BCC6680F2}" dt="2025-06-13T17:03:56.709" v="2300"/>
        <pc:sldMkLst>
          <pc:docMk/>
          <pc:sldMk cId="999900551" sldId="258"/>
        </pc:sldMkLst>
        <pc:spChg chg="mod ord">
          <ac:chgData name="Sharma,Rajat" userId="S::rs3845@drexel.edu::f87fac60-3f5b-4579-805d-860f4bca1ca5" providerId="AD" clId="Web-{A4BFE14F-D735-018F-4DE2-0D5BCC6680F2}" dt="2025-06-13T15:31:44.334" v="416"/>
          <ac:spMkLst>
            <pc:docMk/>
            <pc:sldMk cId="999900551" sldId="258"/>
            <ac:spMk id="2" creationId="{7CCD57FC-D6F2-ECAF-2131-778834503C4E}"/>
          </ac:spMkLst>
        </pc:spChg>
        <pc:spChg chg="del">
          <ac:chgData name="Sharma,Rajat" userId="S::rs3845@drexel.edu::f87fac60-3f5b-4579-805d-860f4bca1ca5" providerId="AD" clId="Web-{A4BFE14F-D735-018F-4DE2-0D5BCC6680F2}" dt="2025-06-13T15:12:06.476" v="158"/>
          <ac:spMkLst>
            <pc:docMk/>
            <pc:sldMk cId="999900551" sldId="258"/>
            <ac:spMk id="3" creationId="{67D1FFD8-C7A0-BE6A-2FE2-C3160D60B3A3}"/>
          </ac:spMkLst>
        </pc:spChg>
        <pc:spChg chg="add mod ord">
          <ac:chgData name="Sharma,Rajat" userId="S::rs3845@drexel.edu::f87fac60-3f5b-4579-805d-860f4bca1ca5" providerId="AD" clId="Web-{A4BFE14F-D735-018F-4DE2-0D5BCC6680F2}" dt="2025-06-13T16:04:53.119" v="911"/>
          <ac:spMkLst>
            <pc:docMk/>
            <pc:sldMk cId="999900551" sldId="258"/>
            <ac:spMk id="5" creationId="{19CA7258-36DF-98B7-B76D-39C5506DFB67}"/>
          </ac:spMkLst>
        </pc:spChg>
        <pc:spChg chg="add del">
          <ac:chgData name="Sharma,Rajat" userId="S::rs3845@drexel.edu::f87fac60-3f5b-4579-805d-860f4bca1ca5" providerId="AD" clId="Web-{A4BFE14F-D735-018F-4DE2-0D5BCC6680F2}" dt="2025-06-13T15:29:39.596" v="393"/>
          <ac:spMkLst>
            <pc:docMk/>
            <pc:sldMk cId="999900551" sldId="258"/>
            <ac:spMk id="13" creationId="{C33BF9DD-8A45-4EEE-B231-0A14D322E5F9}"/>
          </ac:spMkLst>
        </pc:spChg>
        <pc:spChg chg="add del">
          <ac:chgData name="Sharma,Rajat" userId="S::rs3845@drexel.edu::f87fac60-3f5b-4579-805d-860f4bca1ca5" providerId="AD" clId="Web-{A4BFE14F-D735-018F-4DE2-0D5BCC6680F2}" dt="2025-06-13T15:29:39.596" v="393"/>
          <ac:spMkLst>
            <pc:docMk/>
            <pc:sldMk cId="999900551" sldId="258"/>
            <ac:spMk id="17" creationId="{D5FBCAC9-BD8B-4F3B-AD74-EF37D4211349}"/>
          </ac:spMkLst>
        </pc:spChg>
        <pc:spChg chg="add del">
          <ac:chgData name="Sharma,Rajat" userId="S::rs3845@drexel.edu::f87fac60-3f5b-4579-805d-860f4bca1ca5" providerId="AD" clId="Web-{A4BFE14F-D735-018F-4DE2-0D5BCC6680F2}" dt="2025-06-13T15:29:39.596" v="393"/>
          <ac:spMkLst>
            <pc:docMk/>
            <pc:sldMk cId="999900551" sldId="258"/>
            <ac:spMk id="19" creationId="{9556C5A8-AD7E-4CE7-87BE-9EA3B5E1786F}"/>
          </ac:spMkLst>
        </pc:spChg>
        <pc:spChg chg="add del">
          <ac:chgData name="Sharma,Rajat" userId="S::rs3845@drexel.edu::f87fac60-3f5b-4579-805d-860f4bca1ca5" providerId="AD" clId="Web-{A4BFE14F-D735-018F-4DE2-0D5BCC6680F2}" dt="2025-06-13T15:30:17.379" v="404"/>
          <ac:spMkLst>
            <pc:docMk/>
            <pc:sldMk cId="999900551" sldId="258"/>
            <ac:spMk id="21" creationId="{52ABB703-2B0E-4C3B-B4A2-F3973548E561}"/>
          </ac:spMkLst>
        </pc:spChg>
        <pc:spChg chg="add del">
          <ac:chgData name="Sharma,Rajat" userId="S::rs3845@drexel.edu::f87fac60-3f5b-4579-805d-860f4bca1ca5" providerId="AD" clId="Web-{A4BFE14F-D735-018F-4DE2-0D5BCC6680F2}" dt="2025-06-13T15:30:17.379" v="404"/>
          <ac:spMkLst>
            <pc:docMk/>
            <pc:sldMk cId="999900551" sldId="258"/>
            <ac:spMk id="23" creationId="{E95DA498-D9A2-4DA9-B9DA-B3776E08CF7E}"/>
          </ac:spMkLst>
        </pc:spChg>
        <pc:spChg chg="add del">
          <ac:chgData name="Sharma,Rajat" userId="S::rs3845@drexel.edu::f87fac60-3f5b-4579-805d-860f4bca1ca5" providerId="AD" clId="Web-{A4BFE14F-D735-018F-4DE2-0D5BCC6680F2}" dt="2025-06-13T15:30:17.379" v="404"/>
          <ac:spMkLst>
            <pc:docMk/>
            <pc:sldMk cId="999900551" sldId="258"/>
            <ac:spMk id="24" creationId="{82A73093-4B9D-420D-B17E-52293703A1D4}"/>
          </ac:spMkLst>
        </pc:spChg>
        <pc:spChg chg="add del">
          <ac:chgData name="Sharma,Rajat" userId="S::rs3845@drexel.edu::f87fac60-3f5b-4579-805d-860f4bca1ca5" providerId="AD" clId="Web-{A4BFE14F-D735-018F-4DE2-0D5BCC6680F2}" dt="2025-06-13T15:30:58.317" v="410"/>
          <ac:spMkLst>
            <pc:docMk/>
            <pc:sldMk cId="999900551" sldId="258"/>
            <ac:spMk id="29" creationId="{73B90B8B-F76B-4130-8370-38033EEACB93}"/>
          </ac:spMkLst>
        </pc:spChg>
        <pc:spChg chg="add del">
          <ac:chgData name="Sharma,Rajat" userId="S::rs3845@drexel.edu::f87fac60-3f5b-4579-805d-860f4bca1ca5" providerId="AD" clId="Web-{A4BFE14F-D735-018F-4DE2-0D5BCC6680F2}" dt="2025-06-13T15:30:58.317" v="410"/>
          <ac:spMkLst>
            <pc:docMk/>
            <pc:sldMk cId="999900551" sldId="258"/>
            <ac:spMk id="33" creationId="{91C67939-3FD0-4B45-8AA4-9FE55C7EE127}"/>
          </ac:spMkLst>
        </pc:spChg>
        <pc:spChg chg="add del">
          <ac:chgData name="Sharma,Rajat" userId="S::rs3845@drexel.edu::f87fac60-3f5b-4579-805d-860f4bca1ca5" providerId="AD" clId="Web-{A4BFE14F-D735-018F-4DE2-0D5BCC6680F2}" dt="2025-06-13T15:30:58.317" v="410"/>
          <ac:spMkLst>
            <pc:docMk/>
            <pc:sldMk cId="999900551" sldId="258"/>
            <ac:spMk id="35" creationId="{0981A96A-A87C-4F87-845A-3B0A6529F543}"/>
          </ac:spMkLst>
        </pc:spChg>
        <pc:spChg chg="add del">
          <ac:chgData name="Sharma,Rajat" userId="S::rs3845@drexel.edu::f87fac60-3f5b-4579-805d-860f4bca1ca5" providerId="AD" clId="Web-{A4BFE14F-D735-018F-4DE2-0D5BCC6680F2}" dt="2025-06-13T15:31:44.334" v="416"/>
          <ac:spMkLst>
            <pc:docMk/>
            <pc:sldMk cId="999900551" sldId="258"/>
            <ac:spMk id="40" creationId="{E5958DBC-F4DA-42A8-8C52-860179790ECD}"/>
          </ac:spMkLst>
        </pc:spChg>
        <pc:spChg chg="add del">
          <ac:chgData name="Sharma,Rajat" userId="S::rs3845@drexel.edu::f87fac60-3f5b-4579-805d-860f4bca1ca5" providerId="AD" clId="Web-{A4BFE14F-D735-018F-4DE2-0D5BCC6680F2}" dt="2025-06-13T15:31:44.334" v="416"/>
          <ac:spMkLst>
            <pc:docMk/>
            <pc:sldMk cId="999900551" sldId="258"/>
            <ac:spMk id="44" creationId="{51DDD252-D7C8-4CE5-9C61-D60D722BC217}"/>
          </ac:spMkLst>
        </pc:spChg>
        <pc:spChg chg="add del">
          <ac:chgData name="Sharma,Rajat" userId="S::rs3845@drexel.edu::f87fac60-3f5b-4579-805d-860f4bca1ca5" providerId="AD" clId="Web-{A4BFE14F-D735-018F-4DE2-0D5BCC6680F2}" dt="2025-06-13T15:31:44.334" v="416"/>
          <ac:spMkLst>
            <pc:docMk/>
            <pc:sldMk cId="999900551" sldId="258"/>
            <ac:spMk id="46" creationId="{2FBD75F5-C49C-4F6A-8D43-7A5939C23307}"/>
          </ac:spMkLst>
        </pc:spChg>
        <pc:spChg chg="add del">
          <ac:chgData name="Sharma,Rajat" userId="S::rs3845@drexel.edu::f87fac60-3f5b-4579-805d-860f4bca1ca5" providerId="AD" clId="Web-{A4BFE14F-D735-018F-4DE2-0D5BCC6680F2}" dt="2025-06-13T16:04:53.119" v="911"/>
          <ac:spMkLst>
            <pc:docMk/>
            <pc:sldMk cId="999900551" sldId="258"/>
            <ac:spMk id="51" creationId="{73B90B8B-F76B-4130-8370-38033EEACB93}"/>
          </ac:spMkLst>
        </pc:spChg>
        <pc:spChg chg="add del">
          <ac:chgData name="Sharma,Rajat" userId="S::rs3845@drexel.edu::f87fac60-3f5b-4579-805d-860f4bca1ca5" providerId="AD" clId="Web-{A4BFE14F-D735-018F-4DE2-0D5BCC6680F2}" dt="2025-06-13T16:04:53.119" v="911"/>
          <ac:spMkLst>
            <pc:docMk/>
            <pc:sldMk cId="999900551" sldId="258"/>
            <ac:spMk id="55" creationId="{91C67939-3FD0-4B45-8AA4-9FE55C7EE127}"/>
          </ac:spMkLst>
        </pc:spChg>
        <pc:spChg chg="add del">
          <ac:chgData name="Sharma,Rajat" userId="S::rs3845@drexel.edu::f87fac60-3f5b-4579-805d-860f4bca1ca5" providerId="AD" clId="Web-{A4BFE14F-D735-018F-4DE2-0D5BCC6680F2}" dt="2025-06-13T16:04:53.119" v="911"/>
          <ac:spMkLst>
            <pc:docMk/>
            <pc:sldMk cId="999900551" sldId="258"/>
            <ac:spMk id="57" creationId="{0981A96A-A87C-4F87-845A-3B0A6529F543}"/>
          </ac:spMkLst>
        </pc:spChg>
        <pc:spChg chg="add">
          <ac:chgData name="Sharma,Rajat" userId="S::rs3845@drexel.edu::f87fac60-3f5b-4579-805d-860f4bca1ca5" providerId="AD" clId="Web-{A4BFE14F-D735-018F-4DE2-0D5BCC6680F2}" dt="2025-06-13T16:04:53.119" v="911"/>
          <ac:spMkLst>
            <pc:docMk/>
            <pc:sldMk cId="999900551" sldId="258"/>
            <ac:spMk id="62" creationId="{E5958DBC-F4DA-42A8-8C52-860179790ECD}"/>
          </ac:spMkLst>
        </pc:spChg>
        <pc:spChg chg="add">
          <ac:chgData name="Sharma,Rajat" userId="S::rs3845@drexel.edu::f87fac60-3f5b-4579-805d-860f4bca1ca5" providerId="AD" clId="Web-{A4BFE14F-D735-018F-4DE2-0D5BCC6680F2}" dt="2025-06-13T16:04:53.119" v="911"/>
          <ac:spMkLst>
            <pc:docMk/>
            <pc:sldMk cId="999900551" sldId="258"/>
            <ac:spMk id="66" creationId="{51DDD252-D7C8-4CE5-9C61-D60D722BC217}"/>
          </ac:spMkLst>
        </pc:spChg>
        <pc:spChg chg="add">
          <ac:chgData name="Sharma,Rajat" userId="S::rs3845@drexel.edu::f87fac60-3f5b-4579-805d-860f4bca1ca5" providerId="AD" clId="Web-{A4BFE14F-D735-018F-4DE2-0D5BCC6680F2}" dt="2025-06-13T16:04:53.119" v="911"/>
          <ac:spMkLst>
            <pc:docMk/>
            <pc:sldMk cId="999900551" sldId="258"/>
            <ac:spMk id="68" creationId="{2FBD75F5-C49C-4F6A-8D43-7A5939C23307}"/>
          </ac:spMkLst>
        </pc:spChg>
        <pc:picChg chg="add del mod">
          <ac:chgData name="Sharma,Rajat" userId="S::rs3845@drexel.edu::f87fac60-3f5b-4579-805d-860f4bca1ca5" providerId="AD" clId="Web-{A4BFE14F-D735-018F-4DE2-0D5BCC6680F2}" dt="2025-06-13T15:28:03.641" v="386"/>
          <ac:picMkLst>
            <pc:docMk/>
            <pc:sldMk cId="999900551" sldId="258"/>
            <ac:picMk id="6" creationId="{9A5F5BC9-1B1A-4433-B677-51B53FB7F2E4}"/>
          </ac:picMkLst>
        </pc:picChg>
        <pc:picChg chg="add del mod">
          <ac:chgData name="Sharma,Rajat" userId="S::rs3845@drexel.edu::f87fac60-3f5b-4579-805d-860f4bca1ca5" providerId="AD" clId="Web-{A4BFE14F-D735-018F-4DE2-0D5BCC6680F2}" dt="2025-06-13T15:25:39.325" v="343"/>
          <ac:picMkLst>
            <pc:docMk/>
            <pc:sldMk cId="999900551" sldId="258"/>
            <ac:picMk id="7" creationId="{56ACFB06-1EB3-61A7-4C0E-333DE270C094}"/>
          </ac:picMkLst>
        </pc:picChg>
        <pc:picChg chg="add del mod">
          <ac:chgData name="Sharma,Rajat" userId="S::rs3845@drexel.edu::f87fac60-3f5b-4579-805d-860f4bca1ca5" providerId="AD" clId="Web-{A4BFE14F-D735-018F-4DE2-0D5BCC6680F2}" dt="2025-06-13T15:29:49.112" v="395"/>
          <ac:picMkLst>
            <pc:docMk/>
            <pc:sldMk cId="999900551" sldId="258"/>
            <ac:picMk id="8" creationId="{721F8B57-BB56-150B-254E-610A182E18D1}"/>
          </ac:picMkLst>
        </pc:picChg>
        <pc:picChg chg="add del mod">
          <ac:chgData name="Sharma,Rajat" userId="S::rs3845@drexel.edu::f87fac60-3f5b-4579-805d-860f4bca1ca5" providerId="AD" clId="Web-{A4BFE14F-D735-018F-4DE2-0D5BCC6680F2}" dt="2025-06-13T15:30:36.535" v="407"/>
          <ac:picMkLst>
            <pc:docMk/>
            <pc:sldMk cId="999900551" sldId="258"/>
            <ac:picMk id="9" creationId="{F92CCEE8-0380-09E5-AC42-223C2B2B96B5}"/>
          </ac:picMkLst>
        </pc:picChg>
        <pc:picChg chg="add del mod">
          <ac:chgData name="Sharma,Rajat" userId="S::rs3845@drexel.edu::f87fac60-3f5b-4579-805d-860f4bca1ca5" providerId="AD" clId="Web-{A4BFE14F-D735-018F-4DE2-0D5BCC6680F2}" dt="2025-06-13T15:30:35.770" v="406"/>
          <ac:picMkLst>
            <pc:docMk/>
            <pc:sldMk cId="999900551" sldId="258"/>
            <ac:picMk id="10" creationId="{FFEC52B9-EE28-8566-C25A-B24AA25562DB}"/>
          </ac:picMkLst>
        </pc:picChg>
        <pc:picChg chg="add del mod">
          <ac:chgData name="Sharma,Rajat" userId="S::rs3845@drexel.edu::f87fac60-3f5b-4579-805d-860f4bca1ca5" providerId="AD" clId="Web-{A4BFE14F-D735-018F-4DE2-0D5BCC6680F2}" dt="2025-06-13T15:32:33.304" v="424"/>
          <ac:picMkLst>
            <pc:docMk/>
            <pc:sldMk cId="999900551" sldId="258"/>
            <ac:picMk id="11" creationId="{8F25DB83-8BF0-2E93-CE67-7620E14858F5}"/>
          </ac:picMkLst>
        </pc:picChg>
        <pc:picChg chg="add del mod">
          <ac:chgData name="Sharma,Rajat" userId="S::rs3845@drexel.edu::f87fac60-3f5b-4579-805d-860f4bca1ca5" providerId="AD" clId="Web-{A4BFE14F-D735-018F-4DE2-0D5BCC6680F2}" dt="2025-06-13T15:32:31.429" v="423"/>
          <ac:picMkLst>
            <pc:docMk/>
            <pc:sldMk cId="999900551" sldId="258"/>
            <ac:picMk id="12" creationId="{D6250523-C625-1AFA-0224-6DCBA7075046}"/>
          </ac:picMkLst>
        </pc:picChg>
        <pc:picChg chg="add mod ord">
          <ac:chgData name="Sharma,Rajat" userId="S::rs3845@drexel.edu::f87fac60-3f5b-4579-805d-860f4bca1ca5" providerId="AD" clId="Web-{A4BFE14F-D735-018F-4DE2-0D5BCC6680F2}" dt="2025-06-13T16:04:53.119" v="911"/>
          <ac:picMkLst>
            <pc:docMk/>
            <pc:sldMk cId="999900551" sldId="258"/>
            <ac:picMk id="14" creationId="{4808B860-E58E-CE5B-9D2B-90EE0AE86B14}"/>
          </ac:picMkLst>
        </pc:picChg>
        <pc:picChg chg="add mod">
          <ac:chgData name="Sharma,Rajat" userId="S::rs3845@drexel.edu::f87fac60-3f5b-4579-805d-860f4bca1ca5" providerId="AD" clId="Web-{A4BFE14F-D735-018F-4DE2-0D5BCC6680F2}" dt="2025-06-13T16:04:53.119" v="911"/>
          <ac:picMkLst>
            <pc:docMk/>
            <pc:sldMk cId="999900551" sldId="258"/>
            <ac:picMk id="16" creationId="{7DC84393-CBBA-60C4-701A-51748A4833DE}"/>
          </ac:picMkLst>
        </pc:picChg>
        <pc:cxnChg chg="add del">
          <ac:chgData name="Sharma,Rajat" userId="S::rs3845@drexel.edu::f87fac60-3f5b-4579-805d-860f4bca1ca5" providerId="AD" clId="Web-{A4BFE14F-D735-018F-4DE2-0D5BCC6680F2}" dt="2025-06-13T15:29:39.596" v="393"/>
          <ac:cxnSpMkLst>
            <pc:docMk/>
            <pc:sldMk cId="999900551" sldId="258"/>
            <ac:cxnSpMk id="15" creationId="{9020DCC9-F851-4562-BB20-1AB3C51BFD08}"/>
          </ac:cxnSpMkLst>
        </pc:cxnChg>
        <pc:cxnChg chg="add">
          <ac:chgData name="Sharma,Rajat" userId="S::rs3845@drexel.edu::f87fac60-3f5b-4579-805d-860f4bca1ca5" providerId="AD" clId="Web-{A4BFE14F-D735-018F-4DE2-0D5BCC6680F2}" dt="2025-06-13T15:29:39.612" v="394"/>
          <ac:cxnSpMkLst>
            <pc:docMk/>
            <pc:sldMk cId="999900551" sldId="258"/>
            <ac:cxnSpMk id="22" creationId="{9C21570E-E159-49A6-9891-FA397B7A92D3}"/>
          </ac:cxnSpMkLst>
        </pc:cxnChg>
        <pc:cxnChg chg="del">
          <ac:chgData name="Sharma,Rajat" userId="S::rs3845@drexel.edu::f87fac60-3f5b-4579-805d-860f4bca1ca5" providerId="AD" clId="Web-{A4BFE14F-D735-018F-4DE2-0D5BCC6680F2}" dt="2025-06-13T15:30:58.317" v="410"/>
          <ac:cxnSpMkLst>
            <pc:docMk/>
            <pc:sldMk cId="999900551" sldId="258"/>
            <ac:cxnSpMk id="31" creationId="{C2D93264-3FF9-4175-A7FA-F927F0F77AA0}"/>
          </ac:cxnSpMkLst>
        </pc:cxnChg>
        <pc:cxnChg chg="del">
          <ac:chgData name="Sharma,Rajat" userId="S::rs3845@drexel.edu::f87fac60-3f5b-4579-805d-860f4bca1ca5" providerId="AD" clId="Web-{A4BFE14F-D735-018F-4DE2-0D5BCC6680F2}" dt="2025-06-13T15:31:44.334" v="416"/>
          <ac:cxnSpMkLst>
            <pc:docMk/>
            <pc:sldMk cId="999900551" sldId="258"/>
            <ac:cxnSpMk id="42" creationId="{79FCC9A9-2031-4283-9B27-34B62BB7F305}"/>
          </ac:cxnSpMkLst>
        </pc:cxnChg>
        <pc:cxnChg chg="del">
          <ac:chgData name="Sharma,Rajat" userId="S::rs3845@drexel.edu::f87fac60-3f5b-4579-805d-860f4bca1ca5" providerId="AD" clId="Web-{A4BFE14F-D735-018F-4DE2-0D5BCC6680F2}" dt="2025-06-13T16:04:53.119" v="911"/>
          <ac:cxnSpMkLst>
            <pc:docMk/>
            <pc:sldMk cId="999900551" sldId="258"/>
            <ac:cxnSpMk id="53" creationId="{C2D93264-3FF9-4175-A7FA-F927F0F77AA0}"/>
          </ac:cxnSpMkLst>
        </pc:cxnChg>
      </pc:sldChg>
      <pc:sldChg chg="addSp delSp modSp new del">
        <pc:chgData name="Sharma,Rajat" userId="S::rs3845@drexel.edu::f87fac60-3f5b-4579-805d-860f4bca1ca5" providerId="AD" clId="Web-{A4BFE14F-D735-018F-4DE2-0D5BCC6680F2}" dt="2025-06-13T15:06:49.155" v="149"/>
        <pc:sldMkLst>
          <pc:docMk/>
          <pc:sldMk cId="2816388515" sldId="258"/>
        </pc:sldMkLst>
        <pc:spChg chg="del">
          <ac:chgData name="Sharma,Rajat" userId="S::rs3845@drexel.edu::f87fac60-3f5b-4579-805d-860f4bca1ca5" providerId="AD" clId="Web-{A4BFE14F-D735-018F-4DE2-0D5BCC6680F2}" dt="2025-06-13T15:03:44.026" v="131"/>
          <ac:spMkLst>
            <pc:docMk/>
            <pc:sldMk cId="2816388515" sldId="258"/>
            <ac:spMk id="2" creationId="{FB36896E-4C57-C7C4-D34F-01E4C246075E}"/>
          </ac:spMkLst>
        </pc:spChg>
        <pc:spChg chg="del">
          <ac:chgData name="Sharma,Rajat" userId="S::rs3845@drexel.edu::f87fac60-3f5b-4579-805d-860f4bca1ca5" providerId="AD" clId="Web-{A4BFE14F-D735-018F-4DE2-0D5BCC6680F2}" dt="2025-06-13T15:03:31.135" v="130"/>
          <ac:spMkLst>
            <pc:docMk/>
            <pc:sldMk cId="2816388515" sldId="258"/>
            <ac:spMk id="3" creationId="{35CC1BFB-D800-FD33-46F1-D15246239841}"/>
          </ac:spMkLst>
        </pc:spChg>
        <pc:spChg chg="add mod">
          <ac:chgData name="Sharma,Rajat" userId="S::rs3845@drexel.edu::f87fac60-3f5b-4579-805d-860f4bca1ca5" providerId="AD" clId="Web-{A4BFE14F-D735-018F-4DE2-0D5BCC6680F2}" dt="2025-06-13T15:04:04.214" v="134"/>
          <ac:spMkLst>
            <pc:docMk/>
            <pc:sldMk cId="2816388515" sldId="258"/>
            <ac:spMk id="6" creationId="{B95A6266-9D0B-D720-946D-9CBB982DD8D9}"/>
          </ac:spMkLst>
        </pc:spChg>
        <pc:picChg chg="add del mod ord">
          <ac:chgData name="Sharma,Rajat" userId="S::rs3845@drexel.edu::f87fac60-3f5b-4579-805d-860f4bca1ca5" providerId="AD" clId="Web-{A4BFE14F-D735-018F-4DE2-0D5BCC6680F2}" dt="2025-06-13T15:04:04.214" v="134"/>
          <ac:picMkLst>
            <pc:docMk/>
            <pc:sldMk cId="2816388515" sldId="258"/>
            <ac:picMk id="4" creationId="{EC4F4C37-E009-50C7-DB22-8B5B66CDF0D1}"/>
          </ac:picMkLst>
        </pc:picChg>
      </pc:sldChg>
      <pc:sldChg chg="add del">
        <pc:chgData name="Sharma,Rajat" userId="S::rs3845@drexel.edu::f87fac60-3f5b-4579-805d-860f4bca1ca5" providerId="AD" clId="Web-{A4BFE14F-D735-018F-4DE2-0D5BCC6680F2}" dt="2025-06-13T15:07:05.562" v="155"/>
        <pc:sldMkLst>
          <pc:docMk/>
          <pc:sldMk cId="2816388515" sldId="259"/>
        </pc:sldMkLst>
      </pc:sldChg>
      <pc:sldChg chg="modSp new del">
        <pc:chgData name="Sharma,Rajat" userId="S::rs3845@drexel.edu::f87fac60-3f5b-4579-805d-860f4bca1ca5" providerId="AD" clId="Web-{A4BFE14F-D735-018F-4DE2-0D5BCC6680F2}" dt="2025-06-13T15:27:37.140" v="384"/>
        <pc:sldMkLst>
          <pc:docMk/>
          <pc:sldMk cId="3441263430" sldId="259"/>
        </pc:sldMkLst>
        <pc:spChg chg="mod">
          <ac:chgData name="Sharma,Rajat" userId="S::rs3845@drexel.edu::f87fac60-3f5b-4579-805d-860f4bca1ca5" providerId="AD" clId="Web-{A4BFE14F-D735-018F-4DE2-0D5BCC6680F2}" dt="2025-06-13T15:27:21.859" v="382" actId="20577"/>
          <ac:spMkLst>
            <pc:docMk/>
            <pc:sldMk cId="3441263430" sldId="259"/>
            <ac:spMk id="2" creationId="{5A4FFA71-7E2B-3A3F-F46F-E4A9C4E946EB}"/>
          </ac:spMkLst>
        </pc:spChg>
      </pc:sldChg>
      <pc:sldChg chg="addSp delSp modSp add mod replId setBg">
        <pc:chgData name="Sharma,Rajat" userId="S::rs3845@drexel.edu::f87fac60-3f5b-4579-805d-860f4bca1ca5" providerId="AD" clId="Web-{A4BFE14F-D735-018F-4DE2-0D5BCC6680F2}" dt="2025-06-13T16:04:47.994" v="910"/>
        <pc:sldMkLst>
          <pc:docMk/>
          <pc:sldMk cId="45974053" sldId="260"/>
        </pc:sldMkLst>
        <pc:spChg chg="mod">
          <ac:chgData name="Sharma,Rajat" userId="S::rs3845@drexel.edu::f87fac60-3f5b-4579-805d-860f4bca1ca5" providerId="AD" clId="Web-{A4BFE14F-D735-018F-4DE2-0D5BCC6680F2}" dt="2025-06-13T16:04:47.994" v="910"/>
          <ac:spMkLst>
            <pc:docMk/>
            <pc:sldMk cId="45974053" sldId="260"/>
            <ac:spMk id="2" creationId="{B364C891-A34B-DF23-E859-442A9B48E9A5}"/>
          </ac:spMkLst>
        </pc:spChg>
        <pc:spChg chg="mod ord">
          <ac:chgData name="Sharma,Rajat" userId="S::rs3845@drexel.edu::f87fac60-3f5b-4579-805d-860f4bca1ca5" providerId="AD" clId="Web-{A4BFE14F-D735-018F-4DE2-0D5BCC6680F2}" dt="2025-06-13T16:04:47.994" v="910"/>
          <ac:spMkLst>
            <pc:docMk/>
            <pc:sldMk cId="45974053" sldId="260"/>
            <ac:spMk id="5" creationId="{2FC8F619-8DB7-5BC9-6B42-F8489A0D557C}"/>
          </ac:spMkLst>
        </pc:spChg>
        <pc:spChg chg="add del">
          <ac:chgData name="Sharma,Rajat" userId="S::rs3845@drexel.edu::f87fac60-3f5b-4579-805d-860f4bca1ca5" providerId="AD" clId="Web-{A4BFE14F-D735-018F-4DE2-0D5BCC6680F2}" dt="2025-06-13T15:34:34.120" v="447"/>
          <ac:spMkLst>
            <pc:docMk/>
            <pc:sldMk cId="45974053" sldId="260"/>
            <ac:spMk id="10" creationId="{52ABB703-2B0E-4C3B-B4A2-F3973548E561}"/>
          </ac:spMkLst>
        </pc:spChg>
        <pc:spChg chg="add del">
          <ac:chgData name="Sharma,Rajat" userId="S::rs3845@drexel.edu::f87fac60-3f5b-4579-805d-860f4bca1ca5" providerId="AD" clId="Web-{A4BFE14F-D735-018F-4DE2-0D5BCC6680F2}" dt="2025-06-13T15:34:34.120" v="447"/>
          <ac:spMkLst>
            <pc:docMk/>
            <pc:sldMk cId="45974053" sldId="260"/>
            <ac:spMk id="14" creationId="{E95DA498-D9A2-4DA9-B9DA-B3776E08CF7E}"/>
          </ac:spMkLst>
        </pc:spChg>
        <pc:spChg chg="add del">
          <ac:chgData name="Sharma,Rajat" userId="S::rs3845@drexel.edu::f87fac60-3f5b-4579-805d-860f4bca1ca5" providerId="AD" clId="Web-{A4BFE14F-D735-018F-4DE2-0D5BCC6680F2}" dt="2025-06-13T15:34:34.120" v="447"/>
          <ac:spMkLst>
            <pc:docMk/>
            <pc:sldMk cId="45974053" sldId="260"/>
            <ac:spMk id="16" creationId="{82A73093-4B9D-420D-B17E-52293703A1D4}"/>
          </ac:spMkLst>
        </pc:spChg>
        <pc:spChg chg="add del">
          <ac:chgData name="Sharma,Rajat" userId="S::rs3845@drexel.edu::f87fac60-3f5b-4579-805d-860f4bca1ca5" providerId="AD" clId="Web-{A4BFE14F-D735-018F-4DE2-0D5BCC6680F2}" dt="2025-06-13T16:04:47.994" v="910"/>
          <ac:spMkLst>
            <pc:docMk/>
            <pc:sldMk cId="45974053" sldId="260"/>
            <ac:spMk id="18" creationId="{C33BF9DD-8A45-4EEE-B231-0A14D322E5F9}"/>
          </ac:spMkLst>
        </pc:spChg>
        <pc:spChg chg="add del">
          <ac:chgData name="Sharma,Rajat" userId="S::rs3845@drexel.edu::f87fac60-3f5b-4579-805d-860f4bca1ca5" providerId="AD" clId="Web-{A4BFE14F-D735-018F-4DE2-0D5BCC6680F2}" dt="2025-06-13T16:04:47.994" v="910"/>
          <ac:spMkLst>
            <pc:docMk/>
            <pc:sldMk cId="45974053" sldId="260"/>
            <ac:spMk id="20" creationId="{D5FBCAC9-BD8B-4F3B-AD74-EF37D4211349}"/>
          </ac:spMkLst>
        </pc:spChg>
        <pc:spChg chg="add del">
          <ac:chgData name="Sharma,Rajat" userId="S::rs3845@drexel.edu::f87fac60-3f5b-4579-805d-860f4bca1ca5" providerId="AD" clId="Web-{A4BFE14F-D735-018F-4DE2-0D5BCC6680F2}" dt="2025-06-13T16:04:47.994" v="910"/>
          <ac:spMkLst>
            <pc:docMk/>
            <pc:sldMk cId="45974053" sldId="260"/>
            <ac:spMk id="21" creationId="{9556C5A8-AD7E-4CE7-87BE-9EA3B5E1786F}"/>
          </ac:spMkLst>
        </pc:spChg>
        <pc:spChg chg="add">
          <ac:chgData name="Sharma,Rajat" userId="S::rs3845@drexel.edu::f87fac60-3f5b-4579-805d-860f4bca1ca5" providerId="AD" clId="Web-{A4BFE14F-D735-018F-4DE2-0D5BCC6680F2}" dt="2025-06-13T16:04:47.994" v="910"/>
          <ac:spMkLst>
            <pc:docMk/>
            <pc:sldMk cId="45974053" sldId="260"/>
            <ac:spMk id="26" creationId="{E5958DBC-F4DA-42A8-8C52-860179790ECD}"/>
          </ac:spMkLst>
        </pc:spChg>
        <pc:spChg chg="add">
          <ac:chgData name="Sharma,Rajat" userId="S::rs3845@drexel.edu::f87fac60-3f5b-4579-805d-860f4bca1ca5" providerId="AD" clId="Web-{A4BFE14F-D735-018F-4DE2-0D5BCC6680F2}" dt="2025-06-13T16:04:47.994" v="910"/>
          <ac:spMkLst>
            <pc:docMk/>
            <pc:sldMk cId="45974053" sldId="260"/>
            <ac:spMk id="30" creationId="{51DDD252-D7C8-4CE5-9C61-D60D722BC217}"/>
          </ac:spMkLst>
        </pc:spChg>
        <pc:spChg chg="add">
          <ac:chgData name="Sharma,Rajat" userId="S::rs3845@drexel.edu::f87fac60-3f5b-4579-805d-860f4bca1ca5" providerId="AD" clId="Web-{A4BFE14F-D735-018F-4DE2-0D5BCC6680F2}" dt="2025-06-13T16:04:47.994" v="910"/>
          <ac:spMkLst>
            <pc:docMk/>
            <pc:sldMk cId="45974053" sldId="260"/>
            <ac:spMk id="32" creationId="{2FBD75F5-C49C-4F6A-8D43-7A5939C23307}"/>
          </ac:spMkLst>
        </pc:spChg>
        <pc:picChg chg="add del mod">
          <ac:chgData name="Sharma,Rajat" userId="S::rs3845@drexel.edu::f87fac60-3f5b-4579-805d-860f4bca1ca5" providerId="AD" clId="Web-{A4BFE14F-D735-018F-4DE2-0D5BCC6680F2}" dt="2025-06-13T15:34:47.385" v="450"/>
          <ac:picMkLst>
            <pc:docMk/>
            <pc:sldMk cId="45974053" sldId="260"/>
            <ac:picMk id="3" creationId="{E6033F60-C0FC-6DF0-C8A7-FF0341BCBC84}"/>
          </ac:picMkLst>
        </pc:picChg>
        <pc:picChg chg="add mod ord">
          <ac:chgData name="Sharma,Rajat" userId="S::rs3845@drexel.edu::f87fac60-3f5b-4579-805d-860f4bca1ca5" providerId="AD" clId="Web-{A4BFE14F-D735-018F-4DE2-0D5BCC6680F2}" dt="2025-06-13T16:04:47.994" v="910"/>
          <ac:picMkLst>
            <pc:docMk/>
            <pc:sldMk cId="45974053" sldId="260"/>
            <ac:picMk id="4" creationId="{2963BCD6-87C6-8D37-1A47-8661CDAC4C2A}"/>
          </ac:picMkLst>
        </pc:picChg>
        <pc:picChg chg="del">
          <ac:chgData name="Sharma,Rajat" userId="S::rs3845@drexel.edu::f87fac60-3f5b-4579-805d-860f4bca1ca5" providerId="AD" clId="Web-{A4BFE14F-D735-018F-4DE2-0D5BCC6680F2}" dt="2025-06-13T15:34:05.306" v="443"/>
          <ac:picMkLst>
            <pc:docMk/>
            <pc:sldMk cId="45974053" sldId="260"/>
            <ac:picMk id="6" creationId="{301D8FDA-F251-5144-137A-281E230E196D}"/>
          </ac:picMkLst>
        </pc:picChg>
        <pc:picChg chg="add mod">
          <ac:chgData name="Sharma,Rajat" userId="S::rs3845@drexel.edu::f87fac60-3f5b-4579-805d-860f4bca1ca5" providerId="AD" clId="Web-{A4BFE14F-D735-018F-4DE2-0D5BCC6680F2}" dt="2025-06-13T16:04:47.994" v="910"/>
          <ac:picMkLst>
            <pc:docMk/>
            <pc:sldMk cId="45974053" sldId="260"/>
            <ac:picMk id="7" creationId="{E9AA8651-E990-0364-3AB8-9739D8914BCA}"/>
          </ac:picMkLst>
        </pc:picChg>
        <pc:cxnChg chg="add del">
          <ac:chgData name="Sharma,Rajat" userId="S::rs3845@drexel.edu::f87fac60-3f5b-4579-805d-860f4bca1ca5" providerId="AD" clId="Web-{A4BFE14F-D735-018F-4DE2-0D5BCC6680F2}" dt="2025-06-13T15:34:34.120" v="447"/>
          <ac:cxnSpMkLst>
            <pc:docMk/>
            <pc:sldMk cId="45974053" sldId="260"/>
            <ac:cxnSpMk id="12" creationId="{9C21570E-E159-49A6-9891-FA397B7A92D3}"/>
          </ac:cxnSpMkLst>
        </pc:cxnChg>
        <pc:cxnChg chg="add">
          <ac:chgData name="Sharma,Rajat" userId="S::rs3845@drexel.edu::f87fac60-3f5b-4579-805d-860f4bca1ca5" providerId="AD" clId="Web-{A4BFE14F-D735-018F-4DE2-0D5BCC6680F2}" dt="2025-06-13T15:34:34.135" v="448"/>
          <ac:cxnSpMkLst>
            <pc:docMk/>
            <pc:sldMk cId="45974053" sldId="260"/>
            <ac:cxnSpMk id="19" creationId="{9020DCC9-F851-4562-BB20-1AB3C51BFD08}"/>
          </ac:cxnSpMkLst>
        </pc:cxnChg>
      </pc:sldChg>
      <pc:sldChg chg="addSp delSp modSp add ord replId modNotes">
        <pc:chgData name="Sharma,Rajat" userId="S::rs3845@drexel.edu::f87fac60-3f5b-4579-805d-860f4bca1ca5" providerId="AD" clId="Web-{A4BFE14F-D735-018F-4DE2-0D5BCC6680F2}" dt="2025-06-13T15:51:26.005" v="729" actId="1076"/>
        <pc:sldMkLst>
          <pc:docMk/>
          <pc:sldMk cId="1597647085" sldId="261"/>
        </pc:sldMkLst>
        <pc:spChg chg="mod">
          <ac:chgData name="Sharma,Rajat" userId="S::rs3845@drexel.edu::f87fac60-3f5b-4579-805d-860f4bca1ca5" providerId="AD" clId="Web-{A4BFE14F-D735-018F-4DE2-0D5BCC6680F2}" dt="2025-06-13T15:51:14.708" v="726"/>
          <ac:spMkLst>
            <pc:docMk/>
            <pc:sldMk cId="1597647085" sldId="261"/>
            <ac:spMk id="2" creationId="{5CA81BCE-7116-2EB1-F37C-F5F20EB45C41}"/>
          </ac:spMkLst>
        </pc:spChg>
        <pc:spChg chg="mod ord">
          <ac:chgData name="Sharma,Rajat" userId="S::rs3845@drexel.edu::f87fac60-3f5b-4579-805d-860f4bca1ca5" providerId="AD" clId="Web-{A4BFE14F-D735-018F-4DE2-0D5BCC6680F2}" dt="2025-06-13T15:51:14.708" v="726"/>
          <ac:spMkLst>
            <pc:docMk/>
            <pc:sldMk cId="1597647085" sldId="261"/>
            <ac:spMk id="84" creationId="{DA35DD4A-7EBF-EE36-92C4-37DF1D29AE25}"/>
          </ac:spMkLst>
        </pc:spChg>
        <pc:spChg chg="del">
          <ac:chgData name="Sharma,Rajat" userId="S::rs3845@drexel.edu::f87fac60-3f5b-4579-805d-860f4bca1ca5" providerId="AD" clId="Web-{A4BFE14F-D735-018F-4DE2-0D5BCC6680F2}" dt="2025-06-13T15:44:49.151" v="654"/>
          <ac:spMkLst>
            <pc:docMk/>
            <pc:sldMk cId="1597647085" sldId="261"/>
            <ac:spMk id="97" creationId="{3DCA63F1-47B3-0CE5-4DF6-BDBF92DB6FBE}"/>
          </ac:spMkLst>
        </pc:spChg>
        <pc:spChg chg="del">
          <ac:chgData name="Sharma,Rajat" userId="S::rs3845@drexel.edu::f87fac60-3f5b-4579-805d-860f4bca1ca5" providerId="AD" clId="Web-{A4BFE14F-D735-018F-4DE2-0D5BCC6680F2}" dt="2025-06-13T15:44:49.151" v="654"/>
          <ac:spMkLst>
            <pc:docMk/>
            <pc:sldMk cId="1597647085" sldId="261"/>
            <ac:spMk id="99" creationId="{F45CD0A4-E3AE-756A-C8C3-1BD88A09F51C}"/>
          </ac:spMkLst>
        </pc:spChg>
        <pc:spChg chg="del">
          <ac:chgData name="Sharma,Rajat" userId="S::rs3845@drexel.edu::f87fac60-3f5b-4579-805d-860f4bca1ca5" providerId="AD" clId="Web-{A4BFE14F-D735-018F-4DE2-0D5BCC6680F2}" dt="2025-06-13T15:44:49.151" v="654"/>
          <ac:spMkLst>
            <pc:docMk/>
            <pc:sldMk cId="1597647085" sldId="261"/>
            <ac:spMk id="100" creationId="{0FD60FAD-AA2A-703F-C544-076607DF84C7}"/>
          </ac:spMkLst>
        </pc:spChg>
        <pc:spChg chg="add del">
          <ac:chgData name="Sharma,Rajat" userId="S::rs3845@drexel.edu::f87fac60-3f5b-4579-805d-860f4bca1ca5" providerId="AD" clId="Web-{A4BFE14F-D735-018F-4DE2-0D5BCC6680F2}" dt="2025-06-13T15:51:14.708" v="726"/>
          <ac:spMkLst>
            <pc:docMk/>
            <pc:sldMk cId="1597647085" sldId="261"/>
            <ac:spMk id="105" creationId="{52ABB703-2B0E-4C3B-B4A2-F3973548E561}"/>
          </ac:spMkLst>
        </pc:spChg>
        <pc:spChg chg="add del">
          <ac:chgData name="Sharma,Rajat" userId="S::rs3845@drexel.edu::f87fac60-3f5b-4579-805d-860f4bca1ca5" providerId="AD" clId="Web-{A4BFE14F-D735-018F-4DE2-0D5BCC6680F2}" dt="2025-06-13T15:51:14.708" v="726"/>
          <ac:spMkLst>
            <pc:docMk/>
            <pc:sldMk cId="1597647085" sldId="261"/>
            <ac:spMk id="109" creationId="{E95DA498-D9A2-4DA9-B9DA-B3776E08CF7E}"/>
          </ac:spMkLst>
        </pc:spChg>
        <pc:spChg chg="add del">
          <ac:chgData name="Sharma,Rajat" userId="S::rs3845@drexel.edu::f87fac60-3f5b-4579-805d-860f4bca1ca5" providerId="AD" clId="Web-{A4BFE14F-D735-018F-4DE2-0D5BCC6680F2}" dt="2025-06-13T15:51:14.708" v="726"/>
          <ac:spMkLst>
            <pc:docMk/>
            <pc:sldMk cId="1597647085" sldId="261"/>
            <ac:spMk id="111" creationId="{82A73093-4B9D-420D-B17E-52293703A1D4}"/>
          </ac:spMkLst>
        </pc:spChg>
        <pc:spChg chg="add">
          <ac:chgData name="Sharma,Rajat" userId="S::rs3845@drexel.edu::f87fac60-3f5b-4579-805d-860f4bca1ca5" providerId="AD" clId="Web-{A4BFE14F-D735-018F-4DE2-0D5BCC6680F2}" dt="2025-06-13T15:51:14.708" v="726"/>
          <ac:spMkLst>
            <pc:docMk/>
            <pc:sldMk cId="1597647085" sldId="261"/>
            <ac:spMk id="116" creationId="{284B70D5-875B-433D-BDBD-1522A85D6C1D}"/>
          </ac:spMkLst>
        </pc:spChg>
        <pc:spChg chg="add">
          <ac:chgData name="Sharma,Rajat" userId="S::rs3845@drexel.edu::f87fac60-3f5b-4579-805d-860f4bca1ca5" providerId="AD" clId="Web-{A4BFE14F-D735-018F-4DE2-0D5BCC6680F2}" dt="2025-06-13T15:51:14.708" v="726"/>
          <ac:spMkLst>
            <pc:docMk/>
            <pc:sldMk cId="1597647085" sldId="261"/>
            <ac:spMk id="120" creationId="{1E299956-A9E7-4FC1-A0B1-D590CA9730E8}"/>
          </ac:spMkLst>
        </pc:spChg>
        <pc:spChg chg="add">
          <ac:chgData name="Sharma,Rajat" userId="S::rs3845@drexel.edu::f87fac60-3f5b-4579-805d-860f4bca1ca5" providerId="AD" clId="Web-{A4BFE14F-D735-018F-4DE2-0D5BCC6680F2}" dt="2025-06-13T15:51:14.708" v="726"/>
          <ac:spMkLst>
            <pc:docMk/>
            <pc:sldMk cId="1597647085" sldId="261"/>
            <ac:spMk id="122" creationId="{17FC539C-B783-4B03-9F9E-D13430F3F64F}"/>
          </ac:spMkLst>
        </pc:spChg>
        <pc:picChg chg="del">
          <ac:chgData name="Sharma,Rajat" userId="S::rs3845@drexel.edu::f87fac60-3f5b-4579-805d-860f4bca1ca5" providerId="AD" clId="Web-{A4BFE14F-D735-018F-4DE2-0D5BCC6680F2}" dt="2025-06-13T15:41:41.615" v="615"/>
          <ac:picMkLst>
            <pc:docMk/>
            <pc:sldMk cId="1597647085" sldId="261"/>
            <ac:picMk id="3" creationId="{8B60B72B-4CA2-4B6F-F81B-22CABDCD4AE3}"/>
          </ac:picMkLst>
        </pc:picChg>
        <pc:picChg chg="add mod">
          <ac:chgData name="Sharma,Rajat" userId="S::rs3845@drexel.edu::f87fac60-3f5b-4579-805d-860f4bca1ca5" providerId="AD" clId="Web-{A4BFE14F-D735-018F-4DE2-0D5BCC6680F2}" dt="2025-06-13T15:51:26.005" v="729" actId="1076"/>
          <ac:picMkLst>
            <pc:docMk/>
            <pc:sldMk cId="1597647085" sldId="261"/>
            <ac:picMk id="4" creationId="{3CFB1D65-4588-690D-3F3F-02CD52A51D05}"/>
          </ac:picMkLst>
        </pc:picChg>
        <pc:picChg chg="add del mod">
          <ac:chgData name="Sharma,Rajat" userId="S::rs3845@drexel.edu::f87fac60-3f5b-4579-805d-860f4bca1ca5" providerId="AD" clId="Web-{A4BFE14F-D735-018F-4DE2-0D5BCC6680F2}" dt="2025-06-13T15:45:25.589" v="656"/>
          <ac:picMkLst>
            <pc:docMk/>
            <pc:sldMk cId="1597647085" sldId="261"/>
            <ac:picMk id="5" creationId="{00B4096A-28CC-57F8-7BC6-2BD830FA8A8E}"/>
          </ac:picMkLst>
        </pc:picChg>
        <pc:cxnChg chg="del">
          <ac:chgData name="Sharma,Rajat" userId="S::rs3845@drexel.edu::f87fac60-3f5b-4579-805d-860f4bca1ca5" providerId="AD" clId="Web-{A4BFE14F-D735-018F-4DE2-0D5BCC6680F2}" dt="2025-06-13T15:44:49.151" v="654"/>
          <ac:cxnSpMkLst>
            <pc:docMk/>
            <pc:sldMk cId="1597647085" sldId="261"/>
            <ac:cxnSpMk id="98" creationId="{302D42E4-B5B3-9A43-3369-93A8712FE839}"/>
          </ac:cxnSpMkLst>
        </pc:cxnChg>
        <pc:cxnChg chg="del">
          <ac:chgData name="Sharma,Rajat" userId="S::rs3845@drexel.edu::f87fac60-3f5b-4579-805d-860f4bca1ca5" providerId="AD" clId="Web-{A4BFE14F-D735-018F-4DE2-0D5BCC6680F2}" dt="2025-06-13T15:51:14.708" v="726"/>
          <ac:cxnSpMkLst>
            <pc:docMk/>
            <pc:sldMk cId="1597647085" sldId="261"/>
            <ac:cxnSpMk id="107" creationId="{9C21570E-E159-49A6-9891-FA397B7A92D3}"/>
          </ac:cxnSpMkLst>
        </pc:cxnChg>
      </pc:sldChg>
      <pc:sldChg chg="addSp delSp modSp add ord replId modNotes">
        <pc:chgData name="Sharma,Rajat" userId="S::rs3845@drexel.edu::f87fac60-3f5b-4579-805d-860f4bca1ca5" providerId="AD" clId="Web-{A4BFE14F-D735-018F-4DE2-0D5BCC6680F2}" dt="2025-06-13T16:17:48.826" v="1160" actId="20577"/>
        <pc:sldMkLst>
          <pc:docMk/>
          <pc:sldMk cId="3487760608" sldId="262"/>
        </pc:sldMkLst>
        <pc:spChg chg="mod">
          <ac:chgData name="Sharma,Rajat" userId="S::rs3845@drexel.edu::f87fac60-3f5b-4579-805d-860f4bca1ca5" providerId="AD" clId="Web-{A4BFE14F-D735-018F-4DE2-0D5BCC6680F2}" dt="2025-06-13T16:17:48.826" v="1160" actId="20577"/>
          <ac:spMkLst>
            <pc:docMk/>
            <pc:sldMk cId="3487760608" sldId="262"/>
            <ac:spMk id="2" creationId="{44097408-7E01-BFC5-1FC3-E432348503FC}"/>
          </ac:spMkLst>
        </pc:spChg>
        <pc:spChg chg="mod ord">
          <ac:chgData name="Sharma,Rajat" userId="S::rs3845@drexel.edu::f87fac60-3f5b-4579-805d-860f4bca1ca5" providerId="AD" clId="Web-{A4BFE14F-D735-018F-4DE2-0D5BCC6680F2}" dt="2025-06-13T16:05:32.073" v="916"/>
          <ac:spMkLst>
            <pc:docMk/>
            <pc:sldMk cId="3487760608" sldId="262"/>
            <ac:spMk id="5" creationId="{4881768B-974B-4D8D-4D33-EAC1CCE28534}"/>
          </ac:spMkLst>
        </pc:spChg>
        <pc:spChg chg="del">
          <ac:chgData name="Sharma,Rajat" userId="S::rs3845@drexel.edu::f87fac60-3f5b-4579-805d-860f4bca1ca5" providerId="AD" clId="Web-{A4BFE14F-D735-018F-4DE2-0D5BCC6680F2}" dt="2025-06-13T16:05:00.213" v="912"/>
          <ac:spMkLst>
            <pc:docMk/>
            <pc:sldMk cId="3487760608" sldId="262"/>
            <ac:spMk id="51" creationId="{B28BED84-301C-A8EB-A658-F45C87B5AECF}"/>
          </ac:spMkLst>
        </pc:spChg>
        <pc:spChg chg="del">
          <ac:chgData name="Sharma,Rajat" userId="S::rs3845@drexel.edu::f87fac60-3f5b-4579-805d-860f4bca1ca5" providerId="AD" clId="Web-{A4BFE14F-D735-018F-4DE2-0D5BCC6680F2}" dt="2025-06-13T16:05:00.213" v="912"/>
          <ac:spMkLst>
            <pc:docMk/>
            <pc:sldMk cId="3487760608" sldId="262"/>
            <ac:spMk id="55" creationId="{F8199D81-433B-CE5C-A65D-B2E3FEB64908}"/>
          </ac:spMkLst>
        </pc:spChg>
        <pc:spChg chg="del">
          <ac:chgData name="Sharma,Rajat" userId="S::rs3845@drexel.edu::f87fac60-3f5b-4579-805d-860f4bca1ca5" providerId="AD" clId="Web-{A4BFE14F-D735-018F-4DE2-0D5BCC6680F2}" dt="2025-06-13T16:05:00.213" v="912"/>
          <ac:spMkLst>
            <pc:docMk/>
            <pc:sldMk cId="3487760608" sldId="262"/>
            <ac:spMk id="57" creationId="{08ECB3CF-EDFF-4C58-A01F-B7E6F24E81EC}"/>
          </ac:spMkLst>
        </pc:spChg>
        <pc:spChg chg="add">
          <ac:chgData name="Sharma,Rajat" userId="S::rs3845@drexel.edu::f87fac60-3f5b-4579-805d-860f4bca1ca5" providerId="AD" clId="Web-{A4BFE14F-D735-018F-4DE2-0D5BCC6680F2}" dt="2025-06-13T16:05:00.213" v="912"/>
          <ac:spMkLst>
            <pc:docMk/>
            <pc:sldMk cId="3487760608" sldId="262"/>
            <ac:spMk id="62" creationId="{E5958DBC-F4DA-42A8-8C52-860179790ECD}"/>
          </ac:spMkLst>
        </pc:spChg>
        <pc:spChg chg="add">
          <ac:chgData name="Sharma,Rajat" userId="S::rs3845@drexel.edu::f87fac60-3f5b-4579-805d-860f4bca1ca5" providerId="AD" clId="Web-{A4BFE14F-D735-018F-4DE2-0D5BCC6680F2}" dt="2025-06-13T16:05:00.213" v="912"/>
          <ac:spMkLst>
            <pc:docMk/>
            <pc:sldMk cId="3487760608" sldId="262"/>
            <ac:spMk id="66" creationId="{51DDD252-D7C8-4CE5-9C61-D60D722BC217}"/>
          </ac:spMkLst>
        </pc:spChg>
        <pc:spChg chg="add">
          <ac:chgData name="Sharma,Rajat" userId="S::rs3845@drexel.edu::f87fac60-3f5b-4579-805d-860f4bca1ca5" providerId="AD" clId="Web-{A4BFE14F-D735-018F-4DE2-0D5BCC6680F2}" dt="2025-06-13T16:05:00.213" v="912"/>
          <ac:spMkLst>
            <pc:docMk/>
            <pc:sldMk cId="3487760608" sldId="262"/>
            <ac:spMk id="68" creationId="{2FBD75F5-C49C-4F6A-8D43-7A5939C23307}"/>
          </ac:spMkLst>
        </pc:spChg>
        <pc:picChg chg="add mod ord">
          <ac:chgData name="Sharma,Rajat" userId="S::rs3845@drexel.edu::f87fac60-3f5b-4579-805d-860f4bca1ca5" providerId="AD" clId="Web-{A4BFE14F-D735-018F-4DE2-0D5BCC6680F2}" dt="2025-06-13T16:05:00.213" v="912"/>
          <ac:picMkLst>
            <pc:docMk/>
            <pc:sldMk cId="3487760608" sldId="262"/>
            <ac:picMk id="3" creationId="{A48C2A0E-6289-9216-357D-5FC622947427}"/>
          </ac:picMkLst>
        </pc:picChg>
        <pc:picChg chg="add mod">
          <ac:chgData name="Sharma,Rajat" userId="S::rs3845@drexel.edu::f87fac60-3f5b-4579-805d-860f4bca1ca5" providerId="AD" clId="Web-{A4BFE14F-D735-018F-4DE2-0D5BCC6680F2}" dt="2025-06-13T16:05:00.213" v="912"/>
          <ac:picMkLst>
            <pc:docMk/>
            <pc:sldMk cId="3487760608" sldId="262"/>
            <ac:picMk id="4" creationId="{06E33205-C6F9-3264-CDE1-8A2568BB650A}"/>
          </ac:picMkLst>
        </pc:picChg>
        <pc:picChg chg="del">
          <ac:chgData name="Sharma,Rajat" userId="S::rs3845@drexel.edu::f87fac60-3f5b-4579-805d-860f4bca1ca5" providerId="AD" clId="Web-{A4BFE14F-D735-018F-4DE2-0D5BCC6680F2}" dt="2025-06-13T15:54:24.009" v="744"/>
          <ac:picMkLst>
            <pc:docMk/>
            <pc:sldMk cId="3487760608" sldId="262"/>
            <ac:picMk id="14" creationId="{367B7836-621C-A6C4-97E0-CE937484163B}"/>
          </ac:picMkLst>
        </pc:picChg>
        <pc:picChg chg="del">
          <ac:chgData name="Sharma,Rajat" userId="S::rs3845@drexel.edu::f87fac60-3f5b-4579-805d-860f4bca1ca5" providerId="AD" clId="Web-{A4BFE14F-D735-018F-4DE2-0D5BCC6680F2}" dt="2025-06-13T15:54:24.681" v="745"/>
          <ac:picMkLst>
            <pc:docMk/>
            <pc:sldMk cId="3487760608" sldId="262"/>
            <ac:picMk id="16" creationId="{91F69924-A7A0-BB63-1B9B-8BD8C6793360}"/>
          </ac:picMkLst>
        </pc:picChg>
        <pc:cxnChg chg="add">
          <ac:chgData name="Sharma,Rajat" userId="S::rs3845@drexel.edu::f87fac60-3f5b-4579-805d-860f4bca1ca5" providerId="AD" clId="Web-{A4BFE14F-D735-018F-4DE2-0D5BCC6680F2}" dt="2025-06-13T16:05:00.213" v="912"/>
          <ac:cxnSpMkLst>
            <pc:docMk/>
            <pc:sldMk cId="3487760608" sldId="262"/>
            <ac:cxnSpMk id="64" creationId="{79FCC9A9-2031-4283-9B27-34B62BB7F305}"/>
          </ac:cxnSpMkLst>
        </pc:cxnChg>
      </pc:sldChg>
      <pc:sldChg chg="addSp delSp modSp add del replId">
        <pc:chgData name="Sharma,Rajat" userId="S::rs3845@drexel.edu::f87fac60-3f5b-4579-805d-860f4bca1ca5" providerId="AD" clId="Web-{A4BFE14F-D735-018F-4DE2-0D5BCC6680F2}" dt="2025-06-13T16:17:16.497" v="1158"/>
        <pc:sldMkLst>
          <pc:docMk/>
          <pc:sldMk cId="2304308401" sldId="263"/>
        </pc:sldMkLst>
        <pc:spChg chg="mod">
          <ac:chgData name="Sharma,Rajat" userId="S::rs3845@drexel.edu::f87fac60-3f5b-4579-805d-860f4bca1ca5" providerId="AD" clId="Web-{A4BFE14F-D735-018F-4DE2-0D5BCC6680F2}" dt="2025-06-13T16:08:47.016" v="953"/>
          <ac:spMkLst>
            <pc:docMk/>
            <pc:sldMk cId="2304308401" sldId="263"/>
            <ac:spMk id="2" creationId="{121E6D69-C009-D7A8-E985-987C1E78895B}"/>
          </ac:spMkLst>
        </pc:spChg>
        <pc:spChg chg="del mod ord">
          <ac:chgData name="Sharma,Rajat" userId="S::rs3845@drexel.edu::f87fac60-3f5b-4579-805d-860f4bca1ca5" providerId="AD" clId="Web-{A4BFE14F-D735-018F-4DE2-0D5BCC6680F2}" dt="2025-06-13T16:11:06.535" v="1017"/>
          <ac:spMkLst>
            <pc:docMk/>
            <pc:sldMk cId="2304308401" sldId="263"/>
            <ac:spMk id="5" creationId="{ADAE83CE-6CB7-3F41-EE84-25BEE3CE4903}"/>
          </ac:spMkLst>
        </pc:spChg>
        <pc:spChg chg="del">
          <ac:chgData name="Sharma,Rajat" userId="S::rs3845@drexel.edu::f87fac60-3f5b-4579-805d-860f4bca1ca5" providerId="AD" clId="Web-{A4BFE14F-D735-018F-4DE2-0D5BCC6680F2}" dt="2025-06-13T16:08:47.016" v="953"/>
          <ac:spMkLst>
            <pc:docMk/>
            <pc:sldMk cId="2304308401" sldId="263"/>
            <ac:spMk id="62" creationId="{5101D360-DE73-98BB-3EB3-2AD544B2A2C2}"/>
          </ac:spMkLst>
        </pc:spChg>
        <pc:spChg chg="del">
          <ac:chgData name="Sharma,Rajat" userId="S::rs3845@drexel.edu::f87fac60-3f5b-4579-805d-860f4bca1ca5" providerId="AD" clId="Web-{A4BFE14F-D735-018F-4DE2-0D5BCC6680F2}" dt="2025-06-13T16:08:47.016" v="953"/>
          <ac:spMkLst>
            <pc:docMk/>
            <pc:sldMk cId="2304308401" sldId="263"/>
            <ac:spMk id="66" creationId="{12D9DB50-2CA2-C823-84A9-2F2CA8FAF4E0}"/>
          </ac:spMkLst>
        </pc:spChg>
        <pc:spChg chg="del">
          <ac:chgData name="Sharma,Rajat" userId="S::rs3845@drexel.edu::f87fac60-3f5b-4579-805d-860f4bca1ca5" providerId="AD" clId="Web-{A4BFE14F-D735-018F-4DE2-0D5BCC6680F2}" dt="2025-06-13T16:08:47.016" v="953"/>
          <ac:spMkLst>
            <pc:docMk/>
            <pc:sldMk cId="2304308401" sldId="263"/>
            <ac:spMk id="68" creationId="{EF97A259-C5C5-3103-A994-183398CEEB5B}"/>
          </ac:spMkLst>
        </pc:spChg>
        <pc:spChg chg="add">
          <ac:chgData name="Sharma,Rajat" userId="S::rs3845@drexel.edu::f87fac60-3f5b-4579-805d-860f4bca1ca5" providerId="AD" clId="Web-{A4BFE14F-D735-018F-4DE2-0D5BCC6680F2}" dt="2025-06-13T16:08:47.016" v="953"/>
          <ac:spMkLst>
            <pc:docMk/>
            <pc:sldMk cId="2304308401" sldId="263"/>
            <ac:spMk id="73" creationId="{284B70D5-875B-433D-BDBD-1522A85D6C1D}"/>
          </ac:spMkLst>
        </pc:spChg>
        <pc:spChg chg="add">
          <ac:chgData name="Sharma,Rajat" userId="S::rs3845@drexel.edu::f87fac60-3f5b-4579-805d-860f4bca1ca5" providerId="AD" clId="Web-{A4BFE14F-D735-018F-4DE2-0D5BCC6680F2}" dt="2025-06-13T16:08:47.016" v="953"/>
          <ac:spMkLst>
            <pc:docMk/>
            <pc:sldMk cId="2304308401" sldId="263"/>
            <ac:spMk id="77" creationId="{1E299956-A9E7-4FC1-A0B1-D590CA9730E8}"/>
          </ac:spMkLst>
        </pc:spChg>
        <pc:spChg chg="add">
          <ac:chgData name="Sharma,Rajat" userId="S::rs3845@drexel.edu::f87fac60-3f5b-4579-805d-860f4bca1ca5" providerId="AD" clId="Web-{A4BFE14F-D735-018F-4DE2-0D5BCC6680F2}" dt="2025-06-13T16:08:47.016" v="953"/>
          <ac:spMkLst>
            <pc:docMk/>
            <pc:sldMk cId="2304308401" sldId="263"/>
            <ac:spMk id="79" creationId="{17FC539C-B783-4B03-9F9E-D13430F3F64F}"/>
          </ac:spMkLst>
        </pc:spChg>
        <pc:picChg chg="del">
          <ac:chgData name="Sharma,Rajat" userId="S::rs3845@drexel.edu::f87fac60-3f5b-4579-805d-860f4bca1ca5" providerId="AD" clId="Web-{A4BFE14F-D735-018F-4DE2-0D5BCC6680F2}" dt="2025-06-13T16:06:55.200" v="951"/>
          <ac:picMkLst>
            <pc:docMk/>
            <pc:sldMk cId="2304308401" sldId="263"/>
            <ac:picMk id="3" creationId="{3E0495F9-F84E-EF01-3810-F89A8B33B495}"/>
          </ac:picMkLst>
        </pc:picChg>
        <pc:picChg chg="del">
          <ac:chgData name="Sharma,Rajat" userId="S::rs3845@drexel.edu::f87fac60-3f5b-4579-805d-860f4bca1ca5" providerId="AD" clId="Web-{A4BFE14F-D735-018F-4DE2-0D5BCC6680F2}" dt="2025-06-13T16:06:54.903" v="950"/>
          <ac:picMkLst>
            <pc:docMk/>
            <pc:sldMk cId="2304308401" sldId="263"/>
            <ac:picMk id="4" creationId="{2C99BDE8-BEEE-F38E-F33C-F1084B30078F}"/>
          </ac:picMkLst>
        </pc:picChg>
        <pc:picChg chg="add del mod">
          <ac:chgData name="Sharma,Rajat" userId="S::rs3845@drexel.edu::f87fac60-3f5b-4579-805d-860f4bca1ca5" providerId="AD" clId="Web-{A4BFE14F-D735-018F-4DE2-0D5BCC6680F2}" dt="2025-06-13T16:10:51.738" v="1012"/>
          <ac:picMkLst>
            <pc:docMk/>
            <pc:sldMk cId="2304308401" sldId="263"/>
            <ac:picMk id="6" creationId="{F20C0AD8-956F-2C29-4247-286049BE8B53}"/>
          </ac:picMkLst>
        </pc:picChg>
        <pc:cxnChg chg="add">
          <ac:chgData name="Sharma,Rajat" userId="S::rs3845@drexel.edu::f87fac60-3f5b-4579-805d-860f4bca1ca5" providerId="AD" clId="Web-{A4BFE14F-D735-018F-4DE2-0D5BCC6680F2}" dt="2025-06-13T16:08:47.016" v="953"/>
          <ac:cxnSpMkLst>
            <pc:docMk/>
            <pc:sldMk cId="2304308401" sldId="263"/>
            <ac:cxnSpMk id="75" creationId="{C947DF4A-614C-4B4C-8B80-E5B9D8E8CFED}"/>
          </ac:cxnSpMkLst>
        </pc:cxnChg>
      </pc:sldChg>
      <pc:sldChg chg="addSp delSp modSp add replId">
        <pc:chgData name="Sharma,Rajat" userId="S::rs3845@drexel.edu::f87fac60-3f5b-4579-805d-860f4bca1ca5" providerId="AD" clId="Web-{A4BFE14F-D735-018F-4DE2-0D5BCC6680F2}" dt="2025-06-13T17:12:59.208" v="2341"/>
        <pc:sldMkLst>
          <pc:docMk/>
          <pc:sldMk cId="3182260483" sldId="264"/>
        </pc:sldMkLst>
        <pc:spChg chg="mod">
          <ac:chgData name="Sharma,Rajat" userId="S::rs3845@drexel.edu::f87fac60-3f5b-4579-805d-860f4bca1ca5" providerId="AD" clId="Web-{A4BFE14F-D735-018F-4DE2-0D5BCC6680F2}" dt="2025-06-13T17:12:59.208" v="2341"/>
          <ac:spMkLst>
            <pc:docMk/>
            <pc:sldMk cId="3182260483" sldId="264"/>
            <ac:spMk id="2" creationId="{C2E24604-9238-CC5C-0E38-52D06636C509}"/>
          </ac:spMkLst>
        </pc:spChg>
        <pc:spChg chg="mod ord">
          <ac:chgData name="Sharma,Rajat" userId="S::rs3845@drexel.edu::f87fac60-3f5b-4579-805d-860f4bca1ca5" providerId="AD" clId="Web-{A4BFE14F-D735-018F-4DE2-0D5BCC6680F2}" dt="2025-06-13T17:12:59.208" v="2341"/>
          <ac:spMkLst>
            <pc:docMk/>
            <pc:sldMk cId="3182260483" sldId="264"/>
            <ac:spMk id="84" creationId="{756C62A6-4458-29D1-0D66-BC250EFF4F41}"/>
          </ac:spMkLst>
        </pc:spChg>
        <pc:spChg chg="del">
          <ac:chgData name="Sharma,Rajat" userId="S::rs3845@drexel.edu::f87fac60-3f5b-4579-805d-860f4bca1ca5" providerId="AD" clId="Web-{A4BFE14F-D735-018F-4DE2-0D5BCC6680F2}" dt="2025-06-13T16:10:59.019" v="1015"/>
          <ac:spMkLst>
            <pc:docMk/>
            <pc:sldMk cId="3182260483" sldId="264"/>
            <ac:spMk id="116" creationId="{8FD926CD-2A4F-F03C-4878-DE478508B08C}"/>
          </ac:spMkLst>
        </pc:spChg>
        <pc:spChg chg="del">
          <ac:chgData name="Sharma,Rajat" userId="S::rs3845@drexel.edu::f87fac60-3f5b-4579-805d-860f4bca1ca5" providerId="AD" clId="Web-{A4BFE14F-D735-018F-4DE2-0D5BCC6680F2}" dt="2025-06-13T16:10:59.019" v="1015"/>
          <ac:spMkLst>
            <pc:docMk/>
            <pc:sldMk cId="3182260483" sldId="264"/>
            <ac:spMk id="120" creationId="{25F8EFA4-154F-EBD2-CB7C-E44CD90DA1CE}"/>
          </ac:spMkLst>
        </pc:spChg>
        <pc:spChg chg="del">
          <ac:chgData name="Sharma,Rajat" userId="S::rs3845@drexel.edu::f87fac60-3f5b-4579-805d-860f4bca1ca5" providerId="AD" clId="Web-{A4BFE14F-D735-018F-4DE2-0D5BCC6680F2}" dt="2025-06-13T16:10:59.019" v="1015"/>
          <ac:spMkLst>
            <pc:docMk/>
            <pc:sldMk cId="3182260483" sldId="264"/>
            <ac:spMk id="122" creationId="{E5CE7D34-371E-B959-E690-E537C820FDF9}"/>
          </ac:spMkLst>
        </pc:spChg>
        <pc:spChg chg="add del">
          <ac:chgData name="Sharma,Rajat" userId="S::rs3845@drexel.edu::f87fac60-3f5b-4579-805d-860f4bca1ca5" providerId="AD" clId="Web-{A4BFE14F-D735-018F-4DE2-0D5BCC6680F2}" dt="2025-06-13T16:17:28.888" v="1159"/>
          <ac:spMkLst>
            <pc:docMk/>
            <pc:sldMk cId="3182260483" sldId="264"/>
            <ac:spMk id="127" creationId="{284B70D5-875B-433D-BDBD-1522A85D6C1D}"/>
          </ac:spMkLst>
        </pc:spChg>
        <pc:spChg chg="add del">
          <ac:chgData name="Sharma,Rajat" userId="S::rs3845@drexel.edu::f87fac60-3f5b-4579-805d-860f4bca1ca5" providerId="AD" clId="Web-{A4BFE14F-D735-018F-4DE2-0D5BCC6680F2}" dt="2025-06-13T16:17:28.888" v="1159"/>
          <ac:spMkLst>
            <pc:docMk/>
            <pc:sldMk cId="3182260483" sldId="264"/>
            <ac:spMk id="131" creationId="{1E299956-A9E7-4FC1-A0B1-D590CA9730E8}"/>
          </ac:spMkLst>
        </pc:spChg>
        <pc:spChg chg="add del">
          <ac:chgData name="Sharma,Rajat" userId="S::rs3845@drexel.edu::f87fac60-3f5b-4579-805d-860f4bca1ca5" providerId="AD" clId="Web-{A4BFE14F-D735-018F-4DE2-0D5BCC6680F2}" dt="2025-06-13T16:17:28.888" v="1159"/>
          <ac:spMkLst>
            <pc:docMk/>
            <pc:sldMk cId="3182260483" sldId="264"/>
            <ac:spMk id="133" creationId="{17FC539C-B783-4B03-9F9E-D13430F3F64F}"/>
          </ac:spMkLst>
        </pc:spChg>
        <pc:spChg chg="add del">
          <ac:chgData name="Sharma,Rajat" userId="S::rs3845@drexel.edu::f87fac60-3f5b-4579-805d-860f4bca1ca5" providerId="AD" clId="Web-{A4BFE14F-D735-018F-4DE2-0D5BCC6680F2}" dt="2025-06-13T17:12:59.208" v="2341"/>
          <ac:spMkLst>
            <pc:docMk/>
            <pc:sldMk cId="3182260483" sldId="264"/>
            <ac:spMk id="138" creationId="{52ABB703-2B0E-4C3B-B4A2-F3973548E561}"/>
          </ac:spMkLst>
        </pc:spChg>
        <pc:spChg chg="add del">
          <ac:chgData name="Sharma,Rajat" userId="S::rs3845@drexel.edu::f87fac60-3f5b-4579-805d-860f4bca1ca5" providerId="AD" clId="Web-{A4BFE14F-D735-018F-4DE2-0D5BCC6680F2}" dt="2025-06-13T17:12:59.208" v="2341"/>
          <ac:spMkLst>
            <pc:docMk/>
            <pc:sldMk cId="3182260483" sldId="264"/>
            <ac:spMk id="142" creationId="{E95DA498-D9A2-4DA9-B9DA-B3776E08CF7E}"/>
          </ac:spMkLst>
        </pc:spChg>
        <pc:spChg chg="add del">
          <ac:chgData name="Sharma,Rajat" userId="S::rs3845@drexel.edu::f87fac60-3f5b-4579-805d-860f4bca1ca5" providerId="AD" clId="Web-{A4BFE14F-D735-018F-4DE2-0D5BCC6680F2}" dt="2025-06-13T17:12:59.208" v="2341"/>
          <ac:spMkLst>
            <pc:docMk/>
            <pc:sldMk cId="3182260483" sldId="264"/>
            <ac:spMk id="144" creationId="{82A73093-4B9D-420D-B17E-52293703A1D4}"/>
          </ac:spMkLst>
        </pc:spChg>
        <pc:spChg chg="add">
          <ac:chgData name="Sharma,Rajat" userId="S::rs3845@drexel.edu::f87fac60-3f5b-4579-805d-860f4bca1ca5" providerId="AD" clId="Web-{A4BFE14F-D735-018F-4DE2-0D5BCC6680F2}" dt="2025-06-13T17:12:59.208" v="2341"/>
          <ac:spMkLst>
            <pc:docMk/>
            <pc:sldMk cId="3182260483" sldId="264"/>
            <ac:spMk id="149" creationId="{284B70D5-875B-433D-BDBD-1522A85D6C1D}"/>
          </ac:spMkLst>
        </pc:spChg>
        <pc:spChg chg="add">
          <ac:chgData name="Sharma,Rajat" userId="S::rs3845@drexel.edu::f87fac60-3f5b-4579-805d-860f4bca1ca5" providerId="AD" clId="Web-{A4BFE14F-D735-018F-4DE2-0D5BCC6680F2}" dt="2025-06-13T17:12:59.208" v="2341"/>
          <ac:spMkLst>
            <pc:docMk/>
            <pc:sldMk cId="3182260483" sldId="264"/>
            <ac:spMk id="153" creationId="{1E299956-A9E7-4FC1-A0B1-D590CA9730E8}"/>
          </ac:spMkLst>
        </pc:spChg>
        <pc:spChg chg="add">
          <ac:chgData name="Sharma,Rajat" userId="S::rs3845@drexel.edu::f87fac60-3f5b-4579-805d-860f4bca1ca5" providerId="AD" clId="Web-{A4BFE14F-D735-018F-4DE2-0D5BCC6680F2}" dt="2025-06-13T17:12:59.208" v="2341"/>
          <ac:spMkLst>
            <pc:docMk/>
            <pc:sldMk cId="3182260483" sldId="264"/>
            <ac:spMk id="155" creationId="{17FC539C-B783-4B03-9F9E-D13430F3F64F}"/>
          </ac:spMkLst>
        </pc:spChg>
        <pc:picChg chg="add del mod">
          <ac:chgData name="Sharma,Rajat" userId="S::rs3845@drexel.edu::f87fac60-3f5b-4579-805d-860f4bca1ca5" providerId="AD" clId="Web-{A4BFE14F-D735-018F-4DE2-0D5BCC6680F2}" dt="2025-06-13T17:10:15.938" v="2338"/>
          <ac:picMkLst>
            <pc:docMk/>
            <pc:sldMk cId="3182260483" sldId="264"/>
            <ac:picMk id="3" creationId="{6949EAFF-BFFA-2F90-A508-54CA6023DBC2}"/>
          </ac:picMkLst>
        </pc:picChg>
        <pc:picChg chg="del">
          <ac:chgData name="Sharma,Rajat" userId="S::rs3845@drexel.edu::f87fac60-3f5b-4579-805d-860f4bca1ca5" providerId="AD" clId="Web-{A4BFE14F-D735-018F-4DE2-0D5BCC6680F2}" dt="2025-06-13T16:10:53.894" v="1013"/>
          <ac:picMkLst>
            <pc:docMk/>
            <pc:sldMk cId="3182260483" sldId="264"/>
            <ac:picMk id="4" creationId="{666A4CFB-F745-13A0-3F46-6433CD966FB1}"/>
          </ac:picMkLst>
        </pc:picChg>
        <pc:picChg chg="add mod">
          <ac:chgData name="Sharma,Rajat" userId="S::rs3845@drexel.edu::f87fac60-3f5b-4579-805d-860f4bca1ca5" providerId="AD" clId="Web-{A4BFE14F-D735-018F-4DE2-0D5BCC6680F2}" dt="2025-06-13T17:12:59.208" v="2341"/>
          <ac:picMkLst>
            <pc:docMk/>
            <pc:sldMk cId="3182260483" sldId="264"/>
            <ac:picMk id="5" creationId="{C322E4FA-8DA2-F987-05C1-4933F4278E9D}"/>
          </ac:picMkLst>
        </pc:picChg>
        <pc:cxnChg chg="del">
          <ac:chgData name="Sharma,Rajat" userId="S::rs3845@drexel.edu::f87fac60-3f5b-4579-805d-860f4bca1ca5" providerId="AD" clId="Web-{A4BFE14F-D735-018F-4DE2-0D5BCC6680F2}" dt="2025-06-13T16:10:59.019" v="1015"/>
          <ac:cxnSpMkLst>
            <pc:docMk/>
            <pc:sldMk cId="3182260483" sldId="264"/>
            <ac:cxnSpMk id="118" creationId="{59664D18-9053-8B4C-A026-523273BF0EB4}"/>
          </ac:cxnSpMkLst>
        </pc:cxnChg>
        <pc:cxnChg chg="add">
          <ac:chgData name="Sharma,Rajat" userId="S::rs3845@drexel.edu::f87fac60-3f5b-4579-805d-860f4bca1ca5" providerId="AD" clId="Web-{A4BFE14F-D735-018F-4DE2-0D5BCC6680F2}" dt="2025-06-13T16:10:59.019" v="1015"/>
          <ac:cxnSpMkLst>
            <pc:docMk/>
            <pc:sldMk cId="3182260483" sldId="264"/>
            <ac:cxnSpMk id="129" creationId="{C947DF4A-614C-4B4C-8B80-E5B9D8E8CFED}"/>
          </ac:cxnSpMkLst>
        </pc:cxnChg>
        <pc:cxnChg chg="add del">
          <ac:chgData name="Sharma,Rajat" userId="S::rs3845@drexel.edu::f87fac60-3f5b-4579-805d-860f4bca1ca5" providerId="AD" clId="Web-{A4BFE14F-D735-018F-4DE2-0D5BCC6680F2}" dt="2025-06-13T17:12:59.208" v="2341"/>
          <ac:cxnSpMkLst>
            <pc:docMk/>
            <pc:sldMk cId="3182260483" sldId="264"/>
            <ac:cxnSpMk id="140" creationId="{9C21570E-E159-49A6-9891-FA397B7A92D3}"/>
          </ac:cxnSpMkLst>
        </pc:cxnChg>
      </pc:sldChg>
      <pc:sldChg chg="addSp delSp modSp add del replId">
        <pc:chgData name="Sharma,Rajat" userId="S::rs3845@drexel.edu::f87fac60-3f5b-4579-805d-860f4bca1ca5" providerId="AD" clId="Web-{A4BFE14F-D735-018F-4DE2-0D5BCC6680F2}" dt="2025-06-13T16:37:20.137" v="1441"/>
        <pc:sldMkLst>
          <pc:docMk/>
          <pc:sldMk cId="783936719" sldId="265"/>
        </pc:sldMkLst>
        <pc:spChg chg="mod">
          <ac:chgData name="Sharma,Rajat" userId="S::rs3845@drexel.edu::f87fac60-3f5b-4579-805d-860f4bca1ca5" providerId="AD" clId="Web-{A4BFE14F-D735-018F-4DE2-0D5BCC6680F2}" dt="2025-06-13T16:36:30.621" v="1418" actId="14100"/>
          <ac:spMkLst>
            <pc:docMk/>
            <pc:sldMk cId="783936719" sldId="265"/>
            <ac:spMk id="2" creationId="{E833A8F3-E1F0-A520-8F6B-3396A5AB8E7F}"/>
          </ac:spMkLst>
        </pc:spChg>
        <pc:spChg chg="del mod ord">
          <ac:chgData name="Sharma,Rajat" userId="S::rs3845@drexel.edu::f87fac60-3f5b-4579-805d-860f4bca1ca5" providerId="AD" clId="Web-{A4BFE14F-D735-018F-4DE2-0D5BCC6680F2}" dt="2025-06-13T16:37:13.356" v="1437"/>
          <ac:spMkLst>
            <pc:docMk/>
            <pc:sldMk cId="783936719" sldId="265"/>
            <ac:spMk id="5" creationId="{7AABC914-D572-47C3-22A6-F754CD02772C}"/>
          </ac:spMkLst>
        </pc:spChg>
        <pc:spChg chg="add del">
          <ac:chgData name="Sharma,Rajat" userId="S::rs3845@drexel.edu::f87fac60-3f5b-4579-805d-860f4bca1ca5" providerId="AD" clId="Web-{A4BFE14F-D735-018F-4DE2-0D5BCC6680F2}" dt="2025-06-13T16:28:51.453" v="1325"/>
          <ac:spMkLst>
            <pc:docMk/>
            <pc:sldMk cId="783936719" sldId="265"/>
            <ac:spMk id="62" creationId="{0D9DDA16-2FB6-78EA-04AB-19495A1AFDB7}"/>
          </ac:spMkLst>
        </pc:spChg>
        <pc:spChg chg="add del">
          <ac:chgData name="Sharma,Rajat" userId="S::rs3845@drexel.edu::f87fac60-3f5b-4579-805d-860f4bca1ca5" providerId="AD" clId="Web-{A4BFE14F-D735-018F-4DE2-0D5BCC6680F2}" dt="2025-06-13T16:28:51.453" v="1325"/>
          <ac:spMkLst>
            <pc:docMk/>
            <pc:sldMk cId="783936719" sldId="265"/>
            <ac:spMk id="66" creationId="{7A7736E3-5319-2221-578D-DC6A8440B10D}"/>
          </ac:spMkLst>
        </pc:spChg>
        <pc:spChg chg="add del">
          <ac:chgData name="Sharma,Rajat" userId="S::rs3845@drexel.edu::f87fac60-3f5b-4579-805d-860f4bca1ca5" providerId="AD" clId="Web-{A4BFE14F-D735-018F-4DE2-0D5BCC6680F2}" dt="2025-06-13T16:28:51.453" v="1325"/>
          <ac:spMkLst>
            <pc:docMk/>
            <pc:sldMk cId="783936719" sldId="265"/>
            <ac:spMk id="68" creationId="{FC94E27E-33FF-E51A-354C-55D62E08DEE4}"/>
          </ac:spMkLst>
        </pc:spChg>
        <pc:spChg chg="add del">
          <ac:chgData name="Sharma,Rajat" userId="S::rs3845@drexel.edu::f87fac60-3f5b-4579-805d-860f4bca1ca5" providerId="AD" clId="Web-{A4BFE14F-D735-018F-4DE2-0D5BCC6680F2}" dt="2025-06-13T16:28:51.437" v="1324"/>
          <ac:spMkLst>
            <pc:docMk/>
            <pc:sldMk cId="783936719" sldId="265"/>
            <ac:spMk id="73" creationId="{44CC594A-A820-450F-B363-C19201FCFEC6}"/>
          </ac:spMkLst>
        </pc:spChg>
        <pc:spChg chg="add del">
          <ac:chgData name="Sharma,Rajat" userId="S::rs3845@drexel.edu::f87fac60-3f5b-4579-805d-860f4bca1ca5" providerId="AD" clId="Web-{A4BFE14F-D735-018F-4DE2-0D5BCC6680F2}" dt="2025-06-13T16:28:51.437" v="1324"/>
          <ac:spMkLst>
            <pc:docMk/>
            <pc:sldMk cId="783936719" sldId="265"/>
            <ac:spMk id="75" creationId="{59FAB3DA-E9ED-4574-ABCC-378BC0FF1BBC}"/>
          </ac:spMkLst>
        </pc:spChg>
        <pc:spChg chg="add del">
          <ac:chgData name="Sharma,Rajat" userId="S::rs3845@drexel.edu::f87fac60-3f5b-4579-805d-860f4bca1ca5" providerId="AD" clId="Web-{A4BFE14F-D735-018F-4DE2-0D5BCC6680F2}" dt="2025-06-13T16:28:51.437" v="1324"/>
          <ac:spMkLst>
            <pc:docMk/>
            <pc:sldMk cId="783936719" sldId="265"/>
            <ac:spMk id="77" creationId="{53B8D6B0-55D6-48DC-86D8-FD95D5F118AB}"/>
          </ac:spMkLst>
        </pc:spChg>
        <pc:spChg chg="add del">
          <ac:chgData name="Sharma,Rajat" userId="S::rs3845@drexel.edu::f87fac60-3f5b-4579-805d-860f4bca1ca5" providerId="AD" clId="Web-{A4BFE14F-D735-018F-4DE2-0D5BCC6680F2}" dt="2025-06-13T16:29:41.735" v="1330"/>
          <ac:spMkLst>
            <pc:docMk/>
            <pc:sldMk cId="783936719" sldId="265"/>
            <ac:spMk id="79" creationId="{17FC539C-B783-4B03-9F9E-D13430F3F64F}"/>
          </ac:spMkLst>
        </pc:spChg>
        <pc:spChg chg="add del">
          <ac:chgData name="Sharma,Rajat" userId="S::rs3845@drexel.edu::f87fac60-3f5b-4579-805d-860f4bca1ca5" providerId="AD" clId="Web-{A4BFE14F-D735-018F-4DE2-0D5BCC6680F2}" dt="2025-06-13T16:29:41.735" v="1330"/>
          <ac:spMkLst>
            <pc:docMk/>
            <pc:sldMk cId="783936719" sldId="265"/>
            <ac:spMk id="80" creationId="{284B70D5-875B-433D-BDBD-1522A85D6C1D}"/>
          </ac:spMkLst>
        </pc:spChg>
        <pc:spChg chg="add del">
          <ac:chgData name="Sharma,Rajat" userId="S::rs3845@drexel.edu::f87fac60-3f5b-4579-805d-860f4bca1ca5" providerId="AD" clId="Web-{A4BFE14F-D735-018F-4DE2-0D5BCC6680F2}" dt="2025-06-13T16:29:41.735" v="1330"/>
          <ac:spMkLst>
            <pc:docMk/>
            <pc:sldMk cId="783936719" sldId="265"/>
            <ac:spMk id="82" creationId="{1E299956-A9E7-4FC1-A0B1-D590CA9730E8}"/>
          </ac:spMkLst>
        </pc:spChg>
        <pc:spChg chg="add del">
          <ac:chgData name="Sharma,Rajat" userId="S::rs3845@drexel.edu::f87fac60-3f5b-4579-805d-860f4bca1ca5" providerId="AD" clId="Web-{A4BFE14F-D735-018F-4DE2-0D5BCC6680F2}" dt="2025-06-13T16:33:32.944" v="1394"/>
          <ac:spMkLst>
            <pc:docMk/>
            <pc:sldMk cId="783936719" sldId="265"/>
            <ac:spMk id="87" creationId="{73B90B8B-F76B-4130-8370-38033EEACB93}"/>
          </ac:spMkLst>
        </pc:spChg>
        <pc:spChg chg="add del">
          <ac:chgData name="Sharma,Rajat" userId="S::rs3845@drexel.edu::f87fac60-3f5b-4579-805d-860f4bca1ca5" providerId="AD" clId="Web-{A4BFE14F-D735-018F-4DE2-0D5BCC6680F2}" dt="2025-06-13T16:33:32.944" v="1394"/>
          <ac:spMkLst>
            <pc:docMk/>
            <pc:sldMk cId="783936719" sldId="265"/>
            <ac:spMk id="91" creationId="{91C67939-3FD0-4B45-8AA4-9FE55C7EE127}"/>
          </ac:spMkLst>
        </pc:spChg>
        <pc:spChg chg="add del">
          <ac:chgData name="Sharma,Rajat" userId="S::rs3845@drexel.edu::f87fac60-3f5b-4579-805d-860f4bca1ca5" providerId="AD" clId="Web-{A4BFE14F-D735-018F-4DE2-0D5BCC6680F2}" dt="2025-06-13T16:33:32.944" v="1394"/>
          <ac:spMkLst>
            <pc:docMk/>
            <pc:sldMk cId="783936719" sldId="265"/>
            <ac:spMk id="93" creationId="{0981A96A-A87C-4F87-845A-3B0A6529F543}"/>
          </ac:spMkLst>
        </pc:spChg>
        <pc:spChg chg="add del">
          <ac:chgData name="Sharma,Rajat" userId="S::rs3845@drexel.edu::f87fac60-3f5b-4579-805d-860f4bca1ca5" providerId="AD" clId="Web-{A4BFE14F-D735-018F-4DE2-0D5BCC6680F2}" dt="2025-06-13T16:33:56.929" v="1396"/>
          <ac:spMkLst>
            <pc:docMk/>
            <pc:sldMk cId="783936719" sldId="265"/>
            <ac:spMk id="98" creationId="{284B70D5-875B-433D-BDBD-1522A85D6C1D}"/>
          </ac:spMkLst>
        </pc:spChg>
        <pc:spChg chg="add del">
          <ac:chgData name="Sharma,Rajat" userId="S::rs3845@drexel.edu::f87fac60-3f5b-4579-805d-860f4bca1ca5" providerId="AD" clId="Web-{A4BFE14F-D735-018F-4DE2-0D5BCC6680F2}" dt="2025-06-13T16:33:56.929" v="1396"/>
          <ac:spMkLst>
            <pc:docMk/>
            <pc:sldMk cId="783936719" sldId="265"/>
            <ac:spMk id="102" creationId="{1E299956-A9E7-4FC1-A0B1-D590CA9730E8}"/>
          </ac:spMkLst>
        </pc:spChg>
        <pc:spChg chg="add del">
          <ac:chgData name="Sharma,Rajat" userId="S::rs3845@drexel.edu::f87fac60-3f5b-4579-805d-860f4bca1ca5" providerId="AD" clId="Web-{A4BFE14F-D735-018F-4DE2-0D5BCC6680F2}" dt="2025-06-13T16:33:56.929" v="1396"/>
          <ac:spMkLst>
            <pc:docMk/>
            <pc:sldMk cId="783936719" sldId="265"/>
            <ac:spMk id="104" creationId="{17FC539C-B783-4B03-9F9E-D13430F3F64F}"/>
          </ac:spMkLst>
        </pc:spChg>
        <pc:spChg chg="add del">
          <ac:chgData name="Sharma,Rajat" userId="S::rs3845@drexel.edu::f87fac60-3f5b-4579-805d-860f4bca1ca5" providerId="AD" clId="Web-{A4BFE14F-D735-018F-4DE2-0D5BCC6680F2}" dt="2025-06-13T16:36:04.854" v="1415"/>
          <ac:spMkLst>
            <pc:docMk/>
            <pc:sldMk cId="783936719" sldId="265"/>
            <ac:spMk id="109" creationId="{E5958DBC-F4DA-42A8-8C52-860179790ECD}"/>
          </ac:spMkLst>
        </pc:spChg>
        <pc:spChg chg="add del">
          <ac:chgData name="Sharma,Rajat" userId="S::rs3845@drexel.edu::f87fac60-3f5b-4579-805d-860f4bca1ca5" providerId="AD" clId="Web-{A4BFE14F-D735-018F-4DE2-0D5BCC6680F2}" dt="2025-06-13T16:36:04.854" v="1415"/>
          <ac:spMkLst>
            <pc:docMk/>
            <pc:sldMk cId="783936719" sldId="265"/>
            <ac:spMk id="113" creationId="{51DDD252-D7C8-4CE5-9C61-D60D722BC217}"/>
          </ac:spMkLst>
        </pc:spChg>
        <pc:spChg chg="add del">
          <ac:chgData name="Sharma,Rajat" userId="S::rs3845@drexel.edu::f87fac60-3f5b-4579-805d-860f4bca1ca5" providerId="AD" clId="Web-{A4BFE14F-D735-018F-4DE2-0D5BCC6680F2}" dt="2025-06-13T16:36:04.854" v="1415"/>
          <ac:spMkLst>
            <pc:docMk/>
            <pc:sldMk cId="783936719" sldId="265"/>
            <ac:spMk id="115" creationId="{2FBD75F5-C49C-4F6A-8D43-7A5939C23307}"/>
          </ac:spMkLst>
        </pc:spChg>
        <pc:spChg chg="add del">
          <ac:chgData name="Sharma,Rajat" userId="S::rs3845@drexel.edu::f87fac60-3f5b-4579-805d-860f4bca1ca5" providerId="AD" clId="Web-{A4BFE14F-D735-018F-4DE2-0D5BCC6680F2}" dt="2025-06-13T16:34:39.415" v="1399"/>
          <ac:spMkLst>
            <pc:docMk/>
            <pc:sldMk cId="783936719" sldId="265"/>
            <ac:spMk id="120" creationId="{E5958DBC-F4DA-42A8-8C52-860179790ECD}"/>
          </ac:spMkLst>
        </pc:spChg>
        <pc:spChg chg="add del">
          <ac:chgData name="Sharma,Rajat" userId="S::rs3845@drexel.edu::f87fac60-3f5b-4579-805d-860f4bca1ca5" providerId="AD" clId="Web-{A4BFE14F-D735-018F-4DE2-0D5BCC6680F2}" dt="2025-06-13T16:34:39.415" v="1399"/>
          <ac:spMkLst>
            <pc:docMk/>
            <pc:sldMk cId="783936719" sldId="265"/>
            <ac:spMk id="124" creationId="{51DDD252-D7C8-4CE5-9C61-D60D722BC217}"/>
          </ac:spMkLst>
        </pc:spChg>
        <pc:spChg chg="add del">
          <ac:chgData name="Sharma,Rajat" userId="S::rs3845@drexel.edu::f87fac60-3f5b-4579-805d-860f4bca1ca5" providerId="AD" clId="Web-{A4BFE14F-D735-018F-4DE2-0D5BCC6680F2}" dt="2025-06-13T16:34:39.415" v="1399"/>
          <ac:spMkLst>
            <pc:docMk/>
            <pc:sldMk cId="783936719" sldId="265"/>
            <ac:spMk id="126" creationId="{2FBD75F5-C49C-4F6A-8D43-7A5939C23307}"/>
          </ac:spMkLst>
        </pc:spChg>
        <pc:spChg chg="add del">
          <ac:chgData name="Sharma,Rajat" userId="S::rs3845@drexel.edu::f87fac60-3f5b-4579-805d-860f4bca1ca5" providerId="AD" clId="Web-{A4BFE14F-D735-018F-4DE2-0D5BCC6680F2}" dt="2025-06-13T16:36:04.854" v="1415"/>
          <ac:spMkLst>
            <pc:docMk/>
            <pc:sldMk cId="783936719" sldId="265"/>
            <ac:spMk id="128" creationId="{73B90B8B-F76B-4130-8370-38033EEACB93}"/>
          </ac:spMkLst>
        </pc:spChg>
        <pc:spChg chg="add del">
          <ac:chgData name="Sharma,Rajat" userId="S::rs3845@drexel.edu::f87fac60-3f5b-4579-805d-860f4bca1ca5" providerId="AD" clId="Web-{A4BFE14F-D735-018F-4DE2-0D5BCC6680F2}" dt="2025-06-13T16:36:04.854" v="1415"/>
          <ac:spMkLst>
            <pc:docMk/>
            <pc:sldMk cId="783936719" sldId="265"/>
            <ac:spMk id="130" creationId="{91C67939-3FD0-4B45-8AA4-9FE55C7EE127}"/>
          </ac:spMkLst>
        </pc:spChg>
        <pc:spChg chg="add del">
          <ac:chgData name="Sharma,Rajat" userId="S::rs3845@drexel.edu::f87fac60-3f5b-4579-805d-860f4bca1ca5" providerId="AD" clId="Web-{A4BFE14F-D735-018F-4DE2-0D5BCC6680F2}" dt="2025-06-13T16:36:04.854" v="1415"/>
          <ac:spMkLst>
            <pc:docMk/>
            <pc:sldMk cId="783936719" sldId="265"/>
            <ac:spMk id="131" creationId="{0981A96A-A87C-4F87-845A-3B0A6529F543}"/>
          </ac:spMkLst>
        </pc:spChg>
        <pc:spChg chg="add del">
          <ac:chgData name="Sharma,Rajat" userId="S::rs3845@drexel.edu::f87fac60-3f5b-4579-805d-860f4bca1ca5" providerId="AD" clId="Web-{A4BFE14F-D735-018F-4DE2-0D5BCC6680F2}" dt="2025-06-13T16:36:00.292" v="1412"/>
          <ac:spMkLst>
            <pc:docMk/>
            <pc:sldMk cId="783936719" sldId="265"/>
            <ac:spMk id="133" creationId="{E5958DBC-F4DA-42A8-8C52-860179790ECD}"/>
          </ac:spMkLst>
        </pc:spChg>
        <pc:spChg chg="add del">
          <ac:chgData name="Sharma,Rajat" userId="S::rs3845@drexel.edu::f87fac60-3f5b-4579-805d-860f4bca1ca5" providerId="AD" clId="Web-{A4BFE14F-D735-018F-4DE2-0D5BCC6680F2}" dt="2025-06-13T16:36:00.292" v="1412"/>
          <ac:spMkLst>
            <pc:docMk/>
            <pc:sldMk cId="783936719" sldId="265"/>
            <ac:spMk id="135" creationId="{51DDD252-D7C8-4CE5-9C61-D60D722BC217}"/>
          </ac:spMkLst>
        </pc:spChg>
        <pc:spChg chg="add del">
          <ac:chgData name="Sharma,Rajat" userId="S::rs3845@drexel.edu::f87fac60-3f5b-4579-805d-860f4bca1ca5" providerId="AD" clId="Web-{A4BFE14F-D735-018F-4DE2-0D5BCC6680F2}" dt="2025-06-13T16:34:58.571" v="1406"/>
          <ac:spMkLst>
            <pc:docMk/>
            <pc:sldMk cId="783936719" sldId="265"/>
            <ac:spMk id="136" creationId="{2EB56A1A-8685-45C8-A64C-D5045ACB42B0}"/>
          </ac:spMkLst>
        </pc:spChg>
        <pc:spChg chg="add del">
          <ac:chgData name="Sharma,Rajat" userId="S::rs3845@drexel.edu::f87fac60-3f5b-4579-805d-860f4bca1ca5" providerId="AD" clId="Web-{A4BFE14F-D735-018F-4DE2-0D5BCC6680F2}" dt="2025-06-13T16:36:00.292" v="1412"/>
          <ac:spMkLst>
            <pc:docMk/>
            <pc:sldMk cId="783936719" sldId="265"/>
            <ac:spMk id="137" creationId="{2FBD75F5-C49C-4F6A-8D43-7A5939C23307}"/>
          </ac:spMkLst>
        </pc:spChg>
        <pc:spChg chg="add del">
          <ac:chgData name="Sharma,Rajat" userId="S::rs3845@drexel.edu::f87fac60-3f5b-4579-805d-860f4bca1ca5" providerId="AD" clId="Web-{A4BFE14F-D735-018F-4DE2-0D5BCC6680F2}" dt="2025-06-13T16:34:58.571" v="1406"/>
          <ac:spMkLst>
            <pc:docMk/>
            <pc:sldMk cId="783936719" sldId="265"/>
            <ac:spMk id="138" creationId="{79DF55E6-8C71-4381-81E4-31D3EBC96DFC}"/>
          </ac:spMkLst>
        </pc:spChg>
        <pc:spChg chg="add del">
          <ac:chgData name="Sharma,Rajat" userId="S::rs3845@drexel.edu::f87fac60-3f5b-4579-805d-860f4bca1ca5" providerId="AD" clId="Web-{A4BFE14F-D735-018F-4DE2-0D5BCC6680F2}" dt="2025-06-13T16:34:58.571" v="1406"/>
          <ac:spMkLst>
            <pc:docMk/>
            <pc:sldMk cId="783936719" sldId="265"/>
            <ac:spMk id="142" creationId="{19DE44C1-A00E-40B3-B723-D1199BD4EB72}"/>
          </ac:spMkLst>
        </pc:spChg>
        <pc:spChg chg="add del">
          <ac:chgData name="Sharma,Rajat" userId="S::rs3845@drexel.edu::f87fac60-3f5b-4579-805d-860f4bca1ca5" providerId="AD" clId="Web-{A4BFE14F-D735-018F-4DE2-0D5BCC6680F2}" dt="2025-06-13T16:34:58.571" v="1406"/>
          <ac:spMkLst>
            <pc:docMk/>
            <pc:sldMk cId="783936719" sldId="265"/>
            <ac:spMk id="144" creationId="{5DD14EB9-7D82-468B-B45D-876BE90A5EAF}"/>
          </ac:spMkLst>
        </pc:spChg>
        <pc:spChg chg="add del">
          <ac:chgData name="Sharma,Rajat" userId="S::rs3845@drexel.edu::f87fac60-3f5b-4579-805d-860f4bca1ca5" providerId="AD" clId="Web-{A4BFE14F-D735-018F-4DE2-0D5BCC6680F2}" dt="2025-06-13T16:34:58.571" v="1406"/>
          <ac:spMkLst>
            <pc:docMk/>
            <pc:sldMk cId="783936719" sldId="265"/>
            <ac:spMk id="146" creationId="{88302865-9184-47F8-9D42-09980A3E5D1C}"/>
          </ac:spMkLst>
        </pc:spChg>
        <pc:picChg chg="del">
          <ac:chgData name="Sharma,Rajat" userId="S::rs3845@drexel.edu::f87fac60-3f5b-4579-805d-860f4bca1ca5" providerId="AD" clId="Web-{A4BFE14F-D735-018F-4DE2-0D5BCC6680F2}" dt="2025-06-13T16:19:07.375" v="1249"/>
          <ac:picMkLst>
            <pc:docMk/>
            <pc:sldMk cId="783936719" sldId="265"/>
            <ac:picMk id="3" creationId="{377C40AF-03BB-CFC5-6735-BA137EF10031}"/>
          </ac:picMkLst>
        </pc:picChg>
        <pc:picChg chg="del">
          <ac:chgData name="Sharma,Rajat" userId="S::rs3845@drexel.edu::f87fac60-3f5b-4579-805d-860f4bca1ca5" providerId="AD" clId="Web-{A4BFE14F-D735-018F-4DE2-0D5BCC6680F2}" dt="2025-06-13T16:19:06.281" v="1248"/>
          <ac:picMkLst>
            <pc:docMk/>
            <pc:sldMk cId="783936719" sldId="265"/>
            <ac:picMk id="4" creationId="{917F119F-CF82-77DF-FBD9-33D94471904B}"/>
          </ac:picMkLst>
        </pc:picChg>
        <pc:picChg chg="add del mod">
          <ac:chgData name="Sharma,Rajat" userId="S::rs3845@drexel.edu::f87fac60-3f5b-4579-805d-860f4bca1ca5" providerId="AD" clId="Web-{A4BFE14F-D735-018F-4DE2-0D5BCC6680F2}" dt="2025-06-13T16:24:15.742" v="1321"/>
          <ac:picMkLst>
            <pc:docMk/>
            <pc:sldMk cId="783936719" sldId="265"/>
            <ac:picMk id="6" creationId="{EAFB6B48-7724-4AA1-554B-2A94EDBEE458}"/>
          </ac:picMkLst>
        </pc:picChg>
        <pc:picChg chg="add del mod">
          <ac:chgData name="Sharma,Rajat" userId="S::rs3845@drexel.edu::f87fac60-3f5b-4579-805d-860f4bca1ca5" providerId="AD" clId="Web-{A4BFE14F-D735-018F-4DE2-0D5BCC6680F2}" dt="2025-06-13T16:32:46.506" v="1391"/>
          <ac:picMkLst>
            <pc:docMk/>
            <pc:sldMk cId="783936719" sldId="265"/>
            <ac:picMk id="7" creationId="{E598C8E4-92EC-D513-B926-6E94E050EB25}"/>
          </ac:picMkLst>
        </pc:picChg>
        <pc:picChg chg="add del mod ord">
          <ac:chgData name="Sharma,Rajat" userId="S::rs3845@drexel.edu::f87fac60-3f5b-4579-805d-860f4bca1ca5" providerId="AD" clId="Web-{A4BFE14F-D735-018F-4DE2-0D5BCC6680F2}" dt="2025-06-13T16:32:48.099" v="1392"/>
          <ac:picMkLst>
            <pc:docMk/>
            <pc:sldMk cId="783936719" sldId="265"/>
            <ac:picMk id="8" creationId="{D98E153D-3E71-6EAF-597B-565FD6275889}"/>
          </ac:picMkLst>
        </pc:picChg>
        <pc:picChg chg="add mod">
          <ac:chgData name="Sharma,Rajat" userId="S::rs3845@drexel.edu::f87fac60-3f5b-4579-805d-860f4bca1ca5" providerId="AD" clId="Web-{A4BFE14F-D735-018F-4DE2-0D5BCC6680F2}" dt="2025-06-13T16:36:04.854" v="1415"/>
          <ac:picMkLst>
            <pc:docMk/>
            <pc:sldMk cId="783936719" sldId="265"/>
            <ac:picMk id="9" creationId="{348E128E-6348-E8EF-5D07-7AD34A033543}"/>
          </ac:picMkLst>
        </pc:picChg>
        <pc:picChg chg="add mod">
          <ac:chgData name="Sharma,Rajat" userId="S::rs3845@drexel.edu::f87fac60-3f5b-4579-805d-860f4bca1ca5" providerId="AD" clId="Web-{A4BFE14F-D735-018F-4DE2-0D5BCC6680F2}" dt="2025-06-13T16:36:06.620" v="1416" actId="14100"/>
          <ac:picMkLst>
            <pc:docMk/>
            <pc:sldMk cId="783936719" sldId="265"/>
            <ac:picMk id="10" creationId="{1561185F-0149-B738-09B2-5FC3FF1CB29A}"/>
          </ac:picMkLst>
        </pc:picChg>
        <pc:cxnChg chg="add del">
          <ac:chgData name="Sharma,Rajat" userId="S::rs3845@drexel.edu::f87fac60-3f5b-4579-805d-860f4bca1ca5" providerId="AD" clId="Web-{A4BFE14F-D735-018F-4DE2-0D5BCC6680F2}" dt="2025-06-13T16:28:51.453" v="1325"/>
          <ac:cxnSpMkLst>
            <pc:docMk/>
            <pc:sldMk cId="783936719" sldId="265"/>
            <ac:cxnSpMk id="64" creationId="{70F6EB20-9D60-61B0-2EC0-B1B2F61A6CE0}"/>
          </ac:cxnSpMkLst>
        </pc:cxnChg>
        <pc:cxnChg chg="del">
          <ac:chgData name="Sharma,Rajat" userId="S::rs3845@drexel.edu::f87fac60-3f5b-4579-805d-860f4bca1ca5" providerId="AD" clId="Web-{A4BFE14F-D735-018F-4DE2-0D5BCC6680F2}" dt="2025-06-13T16:33:32.944" v="1394"/>
          <ac:cxnSpMkLst>
            <pc:docMk/>
            <pc:sldMk cId="783936719" sldId="265"/>
            <ac:cxnSpMk id="89" creationId="{C2D93264-3FF9-4175-A7FA-F927F0F77AA0}"/>
          </ac:cxnSpMkLst>
        </pc:cxnChg>
        <pc:cxnChg chg="add del">
          <ac:chgData name="Sharma,Rajat" userId="S::rs3845@drexel.edu::f87fac60-3f5b-4579-805d-860f4bca1ca5" providerId="AD" clId="Web-{A4BFE14F-D735-018F-4DE2-0D5BCC6680F2}" dt="2025-06-13T16:36:04.854" v="1415"/>
          <ac:cxnSpMkLst>
            <pc:docMk/>
            <pc:sldMk cId="783936719" sldId="265"/>
            <ac:cxnSpMk id="111" creationId="{79FCC9A9-2031-4283-9B27-34B62BB7F305}"/>
          </ac:cxnSpMkLst>
        </pc:cxnChg>
        <pc:cxnChg chg="add del">
          <ac:chgData name="Sharma,Rajat" userId="S::rs3845@drexel.edu::f87fac60-3f5b-4579-805d-860f4bca1ca5" providerId="AD" clId="Web-{A4BFE14F-D735-018F-4DE2-0D5BCC6680F2}" dt="2025-06-13T16:34:39.415" v="1399"/>
          <ac:cxnSpMkLst>
            <pc:docMk/>
            <pc:sldMk cId="783936719" sldId="265"/>
            <ac:cxnSpMk id="122" creationId="{79FCC9A9-2031-4283-9B27-34B62BB7F305}"/>
          </ac:cxnSpMkLst>
        </pc:cxnChg>
        <pc:cxnChg chg="add del">
          <ac:chgData name="Sharma,Rajat" userId="S::rs3845@drexel.edu::f87fac60-3f5b-4579-805d-860f4bca1ca5" providerId="AD" clId="Web-{A4BFE14F-D735-018F-4DE2-0D5BCC6680F2}" dt="2025-06-13T16:36:04.854" v="1415"/>
          <ac:cxnSpMkLst>
            <pc:docMk/>
            <pc:sldMk cId="783936719" sldId="265"/>
            <ac:cxnSpMk id="129" creationId="{C2D93264-3FF9-4175-A7FA-F927F0F77AA0}"/>
          </ac:cxnSpMkLst>
        </pc:cxnChg>
      </pc:sldChg>
      <pc:sldChg chg="addSp delSp modSp add ord replId">
        <pc:chgData name="Sharma,Rajat" userId="S::rs3845@drexel.edu::f87fac60-3f5b-4579-805d-860f4bca1ca5" providerId="AD" clId="Web-{A4BFE14F-D735-018F-4DE2-0D5BCC6680F2}" dt="2025-06-13T16:43:47.147" v="1488" actId="20577"/>
        <pc:sldMkLst>
          <pc:docMk/>
          <pc:sldMk cId="1367392556" sldId="266"/>
        </pc:sldMkLst>
        <pc:spChg chg="mod">
          <ac:chgData name="Sharma,Rajat" userId="S::rs3845@drexel.edu::f87fac60-3f5b-4579-805d-860f4bca1ca5" providerId="AD" clId="Web-{A4BFE14F-D735-018F-4DE2-0D5BCC6680F2}" dt="2025-06-13T16:37:28.966" v="1444" actId="20577"/>
          <ac:spMkLst>
            <pc:docMk/>
            <pc:sldMk cId="1367392556" sldId="266"/>
            <ac:spMk id="2" creationId="{86D4FCC4-7A04-A239-7E4F-865D3B1BD3B6}"/>
          </ac:spMkLst>
        </pc:spChg>
        <pc:spChg chg="add del">
          <ac:chgData name="Sharma,Rajat" userId="S::rs3845@drexel.edu::f87fac60-3f5b-4579-805d-860f4bca1ca5" providerId="AD" clId="Web-{A4BFE14F-D735-018F-4DE2-0D5BCC6680F2}" dt="2025-06-13T16:36:45.137" v="1427"/>
          <ac:spMkLst>
            <pc:docMk/>
            <pc:sldMk cId="1367392556" sldId="266"/>
            <ac:spMk id="5" creationId="{7EFB910E-BC09-86E1-4550-141727B33D44}"/>
          </ac:spMkLst>
        </pc:spChg>
        <pc:spChg chg="mod">
          <ac:chgData name="Sharma,Rajat" userId="S::rs3845@drexel.edu::f87fac60-3f5b-4579-805d-860f4bca1ca5" providerId="AD" clId="Web-{A4BFE14F-D735-018F-4DE2-0D5BCC6680F2}" dt="2025-06-13T16:43:47.147" v="1488" actId="20577"/>
          <ac:spMkLst>
            <pc:docMk/>
            <pc:sldMk cId="1367392556" sldId="266"/>
            <ac:spMk id="84" creationId="{6EC61F1C-482E-E160-D546-939A2AC931A5}"/>
          </ac:spMkLst>
        </pc:spChg>
        <pc:picChg chg="del">
          <ac:chgData name="Sharma,Rajat" userId="S::rs3845@drexel.edu::f87fac60-3f5b-4579-805d-860f4bca1ca5" providerId="AD" clId="Web-{A4BFE14F-D735-018F-4DE2-0D5BCC6680F2}" dt="2025-06-13T16:36:42.074" v="1421"/>
          <ac:picMkLst>
            <pc:docMk/>
            <pc:sldMk cId="1367392556" sldId="266"/>
            <ac:picMk id="4" creationId="{F0259AF4-A68A-C164-D6C9-DC63F6E1FD1F}"/>
          </ac:picMkLst>
        </pc:picChg>
        <pc:picChg chg="add del">
          <ac:chgData name="Sharma,Rajat" userId="S::rs3845@drexel.edu::f87fac60-3f5b-4579-805d-860f4bca1ca5" providerId="AD" clId="Web-{A4BFE14F-D735-018F-4DE2-0D5BCC6680F2}" dt="2025-06-13T16:36:45.137" v="1426"/>
          <ac:picMkLst>
            <pc:docMk/>
            <pc:sldMk cId="1367392556" sldId="266"/>
            <ac:picMk id="7" creationId="{0CC75D07-B9A7-C745-D454-1C2C7FAACE9F}"/>
          </ac:picMkLst>
        </pc:picChg>
        <pc:picChg chg="add del">
          <ac:chgData name="Sharma,Rajat" userId="S::rs3845@drexel.edu::f87fac60-3f5b-4579-805d-860f4bca1ca5" providerId="AD" clId="Web-{A4BFE14F-D735-018F-4DE2-0D5BCC6680F2}" dt="2025-06-13T16:36:45.137" v="1425"/>
          <ac:picMkLst>
            <pc:docMk/>
            <pc:sldMk cId="1367392556" sldId="266"/>
            <ac:picMk id="9" creationId="{4F858289-6B3E-1B62-226F-137ECDCC1BAB}"/>
          </ac:picMkLst>
        </pc:picChg>
        <pc:picChg chg="add mod">
          <ac:chgData name="Sharma,Rajat" userId="S::rs3845@drexel.edu::f87fac60-3f5b-4579-805d-860f4bca1ca5" providerId="AD" clId="Web-{A4BFE14F-D735-018F-4DE2-0D5BCC6680F2}" dt="2025-06-13T16:36:58.324" v="1434" actId="14100"/>
          <ac:picMkLst>
            <pc:docMk/>
            <pc:sldMk cId="1367392556" sldId="266"/>
            <ac:picMk id="11" creationId="{04A03F76-93EF-055C-084C-119B66FAF60C}"/>
          </ac:picMkLst>
        </pc:picChg>
        <pc:picChg chg="add mod">
          <ac:chgData name="Sharma,Rajat" userId="S::rs3845@drexel.edu::f87fac60-3f5b-4579-805d-860f4bca1ca5" providerId="AD" clId="Web-{A4BFE14F-D735-018F-4DE2-0D5BCC6680F2}" dt="2025-06-13T16:36:58.340" v="1435" actId="14100"/>
          <ac:picMkLst>
            <pc:docMk/>
            <pc:sldMk cId="1367392556" sldId="266"/>
            <ac:picMk id="13" creationId="{04324F74-3C9C-275D-72C0-8F32DD9541B8}"/>
          </ac:picMkLst>
        </pc:picChg>
      </pc:sldChg>
      <pc:sldChg chg="addSp delSp modSp add ord replId">
        <pc:chgData name="Sharma,Rajat" userId="S::rs3845@drexel.edu::f87fac60-3f5b-4579-805d-860f4bca1ca5" providerId="AD" clId="Web-{A4BFE14F-D735-018F-4DE2-0D5BCC6680F2}" dt="2025-06-13T16:52:38.786" v="1899"/>
        <pc:sldMkLst>
          <pc:docMk/>
          <pc:sldMk cId="1337049450" sldId="267"/>
        </pc:sldMkLst>
        <pc:spChg chg="mod">
          <ac:chgData name="Sharma,Rajat" userId="S::rs3845@drexel.edu::f87fac60-3f5b-4579-805d-860f4bca1ca5" providerId="AD" clId="Web-{A4BFE14F-D735-018F-4DE2-0D5BCC6680F2}" dt="2025-06-13T16:52:38.786" v="1899"/>
          <ac:spMkLst>
            <pc:docMk/>
            <pc:sldMk cId="1337049450" sldId="267"/>
            <ac:spMk id="2" creationId="{D48F8203-A702-6183-F648-491B61D135BC}"/>
          </ac:spMkLst>
        </pc:spChg>
        <pc:spChg chg="add del mod">
          <ac:chgData name="Sharma,Rajat" userId="S::rs3845@drexel.edu::f87fac60-3f5b-4579-805d-860f4bca1ca5" providerId="AD" clId="Web-{A4BFE14F-D735-018F-4DE2-0D5BCC6680F2}" dt="2025-06-13T16:52:38.786" v="1899"/>
          <ac:spMkLst>
            <pc:docMk/>
            <pc:sldMk cId="1337049450" sldId="267"/>
            <ac:spMk id="5" creationId="{6ADF7DC2-C555-778A-10CD-C15D60D007CD}"/>
          </ac:spMkLst>
        </pc:spChg>
        <pc:spChg chg="add del">
          <ac:chgData name="Sharma,Rajat" userId="S::rs3845@drexel.edu::f87fac60-3f5b-4579-805d-860f4bca1ca5" providerId="AD" clId="Web-{A4BFE14F-D735-018F-4DE2-0D5BCC6680F2}" dt="2025-06-13T16:52:38.786" v="1899"/>
          <ac:spMkLst>
            <pc:docMk/>
            <pc:sldMk cId="1337049450" sldId="267"/>
            <ac:spMk id="62" creationId="{92CD9919-08FD-406D-C492-6899CB2B9AB1}"/>
          </ac:spMkLst>
        </pc:spChg>
        <pc:spChg chg="add del">
          <ac:chgData name="Sharma,Rajat" userId="S::rs3845@drexel.edu::f87fac60-3f5b-4579-805d-860f4bca1ca5" providerId="AD" clId="Web-{A4BFE14F-D735-018F-4DE2-0D5BCC6680F2}" dt="2025-06-13T16:52:38.786" v="1899"/>
          <ac:spMkLst>
            <pc:docMk/>
            <pc:sldMk cId="1337049450" sldId="267"/>
            <ac:spMk id="66" creationId="{F769ABB6-8D5D-79A1-6315-4D312261385F}"/>
          </ac:spMkLst>
        </pc:spChg>
        <pc:spChg chg="add del">
          <ac:chgData name="Sharma,Rajat" userId="S::rs3845@drexel.edu::f87fac60-3f5b-4579-805d-860f4bca1ca5" providerId="AD" clId="Web-{A4BFE14F-D735-018F-4DE2-0D5BCC6680F2}" dt="2025-06-13T16:52:38.786" v="1899"/>
          <ac:spMkLst>
            <pc:docMk/>
            <pc:sldMk cId="1337049450" sldId="267"/>
            <ac:spMk id="68" creationId="{D2B0BB83-5E1B-E7D3-D826-D7236B37C19A}"/>
          </ac:spMkLst>
        </pc:spChg>
        <pc:spChg chg="add del">
          <ac:chgData name="Sharma,Rajat" userId="S::rs3845@drexel.edu::f87fac60-3f5b-4579-805d-860f4bca1ca5" providerId="AD" clId="Web-{A4BFE14F-D735-018F-4DE2-0D5BCC6680F2}" dt="2025-06-13T16:52:38.770" v="1898"/>
          <ac:spMkLst>
            <pc:docMk/>
            <pc:sldMk cId="1337049450" sldId="267"/>
            <ac:spMk id="74" creationId="{FB5993E2-C02B-4335-ABA5-D8EC465551E3}"/>
          </ac:spMkLst>
        </pc:spChg>
        <pc:spChg chg="add">
          <ac:chgData name="Sharma,Rajat" userId="S::rs3845@drexel.edu::f87fac60-3f5b-4579-805d-860f4bca1ca5" providerId="AD" clId="Web-{A4BFE14F-D735-018F-4DE2-0D5BCC6680F2}" dt="2025-06-13T16:52:38.786" v="1899"/>
          <ac:spMkLst>
            <pc:docMk/>
            <pc:sldMk cId="1337049450" sldId="267"/>
            <ac:spMk id="75" creationId="{C33BF9DD-8A45-4EEE-B231-0A14D322E5F9}"/>
          </ac:spMkLst>
        </pc:spChg>
        <pc:spChg chg="add del">
          <ac:chgData name="Sharma,Rajat" userId="S::rs3845@drexel.edu::f87fac60-3f5b-4579-805d-860f4bca1ca5" providerId="AD" clId="Web-{A4BFE14F-D735-018F-4DE2-0D5BCC6680F2}" dt="2025-06-13T16:52:38.770" v="1898"/>
          <ac:spMkLst>
            <pc:docMk/>
            <pc:sldMk cId="1337049450" sldId="267"/>
            <ac:spMk id="76" creationId="{C0B801A2-5622-4BE8-9AD2-C337A2CD0022}"/>
          </ac:spMkLst>
        </pc:spChg>
        <pc:spChg chg="add del">
          <ac:chgData name="Sharma,Rajat" userId="S::rs3845@drexel.edu::f87fac60-3f5b-4579-805d-860f4bca1ca5" providerId="AD" clId="Web-{A4BFE14F-D735-018F-4DE2-0D5BCC6680F2}" dt="2025-06-13T16:52:38.770" v="1898"/>
          <ac:spMkLst>
            <pc:docMk/>
            <pc:sldMk cId="1337049450" sldId="267"/>
            <ac:spMk id="78" creationId="{B7AF614F-5BC3-4086-99F5-B87C5847A071}"/>
          </ac:spMkLst>
        </pc:spChg>
        <pc:spChg chg="add">
          <ac:chgData name="Sharma,Rajat" userId="S::rs3845@drexel.edu::f87fac60-3f5b-4579-805d-860f4bca1ca5" providerId="AD" clId="Web-{A4BFE14F-D735-018F-4DE2-0D5BCC6680F2}" dt="2025-06-13T16:52:38.786" v="1899"/>
          <ac:spMkLst>
            <pc:docMk/>
            <pc:sldMk cId="1337049450" sldId="267"/>
            <ac:spMk id="79" creationId="{D5FBCAC9-BD8B-4F3B-AD74-EF37D4211349}"/>
          </ac:spMkLst>
        </pc:spChg>
        <pc:spChg chg="add">
          <ac:chgData name="Sharma,Rajat" userId="S::rs3845@drexel.edu::f87fac60-3f5b-4579-805d-860f4bca1ca5" providerId="AD" clId="Web-{A4BFE14F-D735-018F-4DE2-0D5BCC6680F2}" dt="2025-06-13T16:52:38.786" v="1899"/>
          <ac:spMkLst>
            <pc:docMk/>
            <pc:sldMk cId="1337049450" sldId="267"/>
            <ac:spMk id="81" creationId="{9556C5A8-AD7E-4CE7-87BE-9EA3B5E1786F}"/>
          </ac:spMkLst>
        </pc:spChg>
        <pc:spChg chg="add">
          <ac:chgData name="Sharma,Rajat" userId="S::rs3845@drexel.edu::f87fac60-3f5b-4579-805d-860f4bca1ca5" providerId="AD" clId="Web-{A4BFE14F-D735-018F-4DE2-0D5BCC6680F2}" dt="2025-06-13T16:52:38.786" v="1899"/>
          <ac:spMkLst>
            <pc:docMk/>
            <pc:sldMk cId="1337049450" sldId="267"/>
            <ac:spMk id="82" creationId="{6ADF7DC2-C555-778A-10CD-C15D60D007CD}"/>
          </ac:spMkLst>
        </pc:spChg>
        <pc:graphicFrameChg chg="add del">
          <ac:chgData name="Sharma,Rajat" userId="S::rs3845@drexel.edu::f87fac60-3f5b-4579-805d-860f4bca1ca5" providerId="AD" clId="Web-{A4BFE14F-D735-018F-4DE2-0D5BCC6680F2}" dt="2025-06-13T16:51:49.144" v="1896"/>
          <ac:graphicFrameMkLst>
            <pc:docMk/>
            <pc:sldMk cId="1337049450" sldId="267"/>
            <ac:graphicFrameMk id="70" creationId="{5AFB7B87-8FE9-5D2E-0676-4953F294A1AA}"/>
          </ac:graphicFrameMkLst>
        </pc:graphicFrameChg>
        <pc:graphicFrameChg chg="add del">
          <ac:chgData name="Sharma,Rajat" userId="S::rs3845@drexel.edu::f87fac60-3f5b-4579-805d-860f4bca1ca5" providerId="AD" clId="Web-{A4BFE14F-D735-018F-4DE2-0D5BCC6680F2}" dt="2025-06-13T16:52:38.770" v="1898"/>
          <ac:graphicFrameMkLst>
            <pc:docMk/>
            <pc:sldMk cId="1337049450" sldId="267"/>
            <ac:graphicFrameMk id="72" creationId="{B0F76FCE-51D8-A073-C5E9-97E4626153A8}"/>
          </ac:graphicFrameMkLst>
        </pc:graphicFrameChg>
        <pc:picChg chg="del">
          <ac:chgData name="Sharma,Rajat" userId="S::rs3845@drexel.edu::f87fac60-3f5b-4579-805d-860f4bca1ca5" providerId="AD" clId="Web-{A4BFE14F-D735-018F-4DE2-0D5BCC6680F2}" dt="2025-06-13T16:51:28.722" v="1894"/>
          <ac:picMkLst>
            <pc:docMk/>
            <pc:sldMk cId="1337049450" sldId="267"/>
            <ac:picMk id="14" creationId="{E6BAAF59-BE47-F5FA-59AF-A7C516CC9949}"/>
          </ac:picMkLst>
        </pc:picChg>
        <pc:picChg chg="del">
          <ac:chgData name="Sharma,Rajat" userId="S::rs3845@drexel.edu::f87fac60-3f5b-4579-805d-860f4bca1ca5" providerId="AD" clId="Web-{A4BFE14F-D735-018F-4DE2-0D5BCC6680F2}" dt="2025-06-13T16:51:28.190" v="1893"/>
          <ac:picMkLst>
            <pc:docMk/>
            <pc:sldMk cId="1337049450" sldId="267"/>
            <ac:picMk id="16" creationId="{D902781E-90AC-0774-D9E3-A5E63C213F79}"/>
          </ac:picMkLst>
        </pc:picChg>
        <pc:picChg chg="add">
          <ac:chgData name="Sharma,Rajat" userId="S::rs3845@drexel.edu::f87fac60-3f5b-4579-805d-860f4bca1ca5" providerId="AD" clId="Web-{A4BFE14F-D735-018F-4DE2-0D5BCC6680F2}" dt="2025-06-13T16:52:38.786" v="1899"/>
          <ac:picMkLst>
            <pc:docMk/>
            <pc:sldMk cId="1337049450" sldId="267"/>
            <ac:picMk id="80" creationId="{F22A7175-6F25-2BD0-889E-F7C1EA107D83}"/>
          </ac:picMkLst>
        </pc:picChg>
        <pc:cxnChg chg="add del">
          <ac:chgData name="Sharma,Rajat" userId="S::rs3845@drexel.edu::f87fac60-3f5b-4579-805d-860f4bca1ca5" providerId="AD" clId="Web-{A4BFE14F-D735-018F-4DE2-0D5BCC6680F2}" dt="2025-06-13T16:52:38.770" v="1898"/>
          <ac:cxnSpMkLst>
            <pc:docMk/>
            <pc:sldMk cId="1337049450" sldId="267"/>
            <ac:cxnSpMk id="64" creationId="{0169E3DF-864C-4AE2-B1A5-07376663A241}"/>
          </ac:cxnSpMkLst>
        </pc:cxnChg>
      </pc:sldChg>
      <pc:sldChg chg="modSp add del replId">
        <pc:chgData name="Sharma,Rajat" userId="S::rs3845@drexel.edu::f87fac60-3f5b-4579-805d-860f4bca1ca5" providerId="AD" clId="Web-{A4BFE14F-D735-018F-4DE2-0D5BCC6680F2}" dt="2025-06-13T16:42:10.942" v="1487"/>
        <pc:sldMkLst>
          <pc:docMk/>
          <pc:sldMk cId="3008169650" sldId="267"/>
        </pc:sldMkLst>
        <pc:spChg chg="mod">
          <ac:chgData name="Sharma,Rajat" userId="S::rs3845@drexel.edu::f87fac60-3f5b-4579-805d-860f4bca1ca5" providerId="AD" clId="Web-{A4BFE14F-D735-018F-4DE2-0D5BCC6680F2}" dt="2025-06-13T16:40:53.424" v="1446" actId="20577"/>
          <ac:spMkLst>
            <pc:docMk/>
            <pc:sldMk cId="3008169650" sldId="267"/>
            <ac:spMk id="84" creationId="{4AB98C13-0BBD-9DBF-BE94-CA938158917F}"/>
          </ac:spMkLst>
        </pc:spChg>
      </pc:sldChg>
      <pc:sldChg chg="addSp modSp new mod setBg">
        <pc:chgData name="Sharma,Rajat" userId="S::rs3845@drexel.edu::f87fac60-3f5b-4579-805d-860f4bca1ca5" providerId="AD" clId="Web-{A4BFE14F-D735-018F-4DE2-0D5BCC6680F2}" dt="2025-06-13T17:06:24.307" v="2337"/>
        <pc:sldMkLst>
          <pc:docMk/>
          <pc:sldMk cId="2233841833" sldId="268"/>
        </pc:sldMkLst>
        <pc:spChg chg="mod">
          <ac:chgData name="Sharma,Rajat" userId="S::rs3845@drexel.edu::f87fac60-3f5b-4579-805d-860f4bca1ca5" providerId="AD" clId="Web-{A4BFE14F-D735-018F-4DE2-0D5BCC6680F2}" dt="2025-06-13T17:06:16.775" v="2335"/>
          <ac:spMkLst>
            <pc:docMk/>
            <pc:sldMk cId="2233841833" sldId="268"/>
            <ac:spMk id="2" creationId="{D7F2FF08-B9E8-58CC-7DBA-B8588E57EC50}"/>
          </ac:spMkLst>
        </pc:spChg>
        <pc:spChg chg="mod">
          <ac:chgData name="Sharma,Rajat" userId="S::rs3845@drexel.edu::f87fac60-3f5b-4579-805d-860f4bca1ca5" providerId="AD" clId="Web-{A4BFE14F-D735-018F-4DE2-0D5BCC6680F2}" dt="2025-06-13T17:06:24.307" v="2337"/>
          <ac:spMkLst>
            <pc:docMk/>
            <pc:sldMk cId="2233841833" sldId="268"/>
            <ac:spMk id="3" creationId="{A7D284ED-7BF9-4839-EE82-FE5C41DD1363}"/>
          </ac:spMkLst>
        </pc:spChg>
        <pc:spChg chg="add">
          <ac:chgData name="Sharma,Rajat" userId="S::rs3845@drexel.edu::f87fac60-3f5b-4579-805d-860f4bca1ca5" providerId="AD" clId="Web-{A4BFE14F-D735-018F-4DE2-0D5BCC6680F2}" dt="2025-06-13T17:06:16.775" v="2335"/>
          <ac:spMkLst>
            <pc:docMk/>
            <pc:sldMk cId="2233841833" sldId="268"/>
            <ac:spMk id="10" creationId="{C33BF9DD-8A45-4EEE-B231-0A14D322E5F9}"/>
          </ac:spMkLst>
        </pc:spChg>
        <pc:spChg chg="add">
          <ac:chgData name="Sharma,Rajat" userId="S::rs3845@drexel.edu::f87fac60-3f5b-4579-805d-860f4bca1ca5" providerId="AD" clId="Web-{A4BFE14F-D735-018F-4DE2-0D5BCC6680F2}" dt="2025-06-13T17:06:16.775" v="2335"/>
          <ac:spMkLst>
            <pc:docMk/>
            <pc:sldMk cId="2233841833" sldId="268"/>
            <ac:spMk id="14" creationId="{D5FBCAC9-BD8B-4F3B-AD74-EF37D4211349}"/>
          </ac:spMkLst>
        </pc:spChg>
        <pc:spChg chg="add">
          <ac:chgData name="Sharma,Rajat" userId="S::rs3845@drexel.edu::f87fac60-3f5b-4579-805d-860f4bca1ca5" providerId="AD" clId="Web-{A4BFE14F-D735-018F-4DE2-0D5BCC6680F2}" dt="2025-06-13T17:06:16.775" v="2335"/>
          <ac:spMkLst>
            <pc:docMk/>
            <pc:sldMk cId="2233841833" sldId="268"/>
            <ac:spMk id="16" creationId="{9556C5A8-AD7E-4CE7-87BE-9EA3B5E1786F}"/>
          </ac:spMkLst>
        </pc:spChg>
        <pc:picChg chg="add">
          <ac:chgData name="Sharma,Rajat" userId="S::rs3845@drexel.edu::f87fac60-3f5b-4579-805d-860f4bca1ca5" providerId="AD" clId="Web-{A4BFE14F-D735-018F-4DE2-0D5BCC6680F2}" dt="2025-06-13T17:06:16.775" v="2335"/>
          <ac:picMkLst>
            <pc:docMk/>
            <pc:sldMk cId="2233841833" sldId="268"/>
            <ac:picMk id="7" creationId="{F2ADB59E-EBA6-3D2C-DCD5-3F49FBC7E20D}"/>
          </ac:picMkLst>
        </pc:picChg>
        <pc:cxnChg chg="add">
          <ac:chgData name="Sharma,Rajat" userId="S::rs3845@drexel.edu::f87fac60-3f5b-4579-805d-860f4bca1ca5" providerId="AD" clId="Web-{A4BFE14F-D735-018F-4DE2-0D5BCC6680F2}" dt="2025-06-13T17:06:16.775" v="2335"/>
          <ac:cxnSpMkLst>
            <pc:docMk/>
            <pc:sldMk cId="2233841833" sldId="268"/>
            <ac:cxnSpMk id="12" creationId="{9020DCC9-F851-4562-BB20-1AB3C51BFD08}"/>
          </ac:cxnSpMkLst>
        </pc:cxnChg>
      </pc:sldChg>
      <pc:sldMasterChg chg="del delSldLayout">
        <pc:chgData name="Sharma,Rajat" userId="S::rs3845@drexel.edu::f87fac60-3f5b-4579-805d-860f4bca1ca5" providerId="AD" clId="Web-{A4BFE14F-D735-018F-4DE2-0D5BCC6680F2}" dt="2025-06-13T15:14:04.448" v="189"/>
        <pc:sldMasterMkLst>
          <pc:docMk/>
          <pc:sldMasterMk cId="3444278596" sldId="2147483869"/>
        </pc:sldMasterMkLst>
        <pc:sldLayoutChg chg="del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444278596" sldId="2147483869"/>
            <pc:sldLayoutMk cId="2812638653" sldId="2147483870"/>
          </pc:sldLayoutMkLst>
        </pc:sldLayoutChg>
        <pc:sldLayoutChg chg="del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444278596" sldId="2147483869"/>
            <pc:sldLayoutMk cId="2246814862" sldId="2147483871"/>
          </pc:sldLayoutMkLst>
        </pc:sldLayoutChg>
        <pc:sldLayoutChg chg="del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444278596" sldId="2147483869"/>
            <pc:sldLayoutMk cId="3066211036" sldId="2147483872"/>
          </pc:sldLayoutMkLst>
        </pc:sldLayoutChg>
        <pc:sldLayoutChg chg="del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444278596" sldId="2147483869"/>
            <pc:sldLayoutMk cId="4065210407" sldId="2147483873"/>
          </pc:sldLayoutMkLst>
        </pc:sldLayoutChg>
        <pc:sldLayoutChg chg="del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444278596" sldId="2147483869"/>
            <pc:sldLayoutMk cId="3121372214" sldId="2147483874"/>
          </pc:sldLayoutMkLst>
        </pc:sldLayoutChg>
        <pc:sldLayoutChg chg="del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444278596" sldId="2147483869"/>
            <pc:sldLayoutMk cId="982053150" sldId="2147483875"/>
          </pc:sldLayoutMkLst>
        </pc:sldLayoutChg>
        <pc:sldLayoutChg chg="del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444278596" sldId="2147483869"/>
            <pc:sldLayoutMk cId="2230351808" sldId="2147483876"/>
          </pc:sldLayoutMkLst>
        </pc:sldLayoutChg>
        <pc:sldLayoutChg chg="del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444278596" sldId="2147483869"/>
            <pc:sldLayoutMk cId="3755958579" sldId="2147483877"/>
          </pc:sldLayoutMkLst>
        </pc:sldLayoutChg>
        <pc:sldLayoutChg chg="del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444278596" sldId="2147483869"/>
            <pc:sldLayoutMk cId="1072932002" sldId="2147483878"/>
          </pc:sldLayoutMkLst>
        </pc:sldLayoutChg>
        <pc:sldLayoutChg chg="del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444278596" sldId="2147483869"/>
            <pc:sldLayoutMk cId="1905386545" sldId="2147483879"/>
          </pc:sldLayoutMkLst>
        </pc:sldLayoutChg>
        <pc:sldLayoutChg chg="del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444278596" sldId="2147483869"/>
            <pc:sldLayoutMk cId="90772156" sldId="2147483880"/>
          </pc:sldLayoutMkLst>
        </pc:sldLayoutChg>
      </pc:sldMasterChg>
      <pc:sldMasterChg chg="add addSldLayout modSldLayout">
        <pc:chgData name="Sharma,Rajat" userId="S::rs3845@drexel.edu::f87fac60-3f5b-4579-805d-860f4bca1ca5" providerId="AD" clId="Web-{A4BFE14F-D735-018F-4DE2-0D5BCC6680F2}" dt="2025-06-13T15:14:04.448" v="189"/>
        <pc:sldMasterMkLst>
          <pc:docMk/>
          <pc:sldMasterMk cId="394380160" sldId="2147483881"/>
        </pc:sldMasterMkLst>
        <pc:sldLayoutChg chg="add mod replId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94380160" sldId="2147483881"/>
            <pc:sldLayoutMk cId="1759357753" sldId="2147483882"/>
          </pc:sldLayoutMkLst>
        </pc:sldLayoutChg>
        <pc:sldLayoutChg chg="add mod replId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94380160" sldId="2147483881"/>
            <pc:sldLayoutMk cId="3670067885" sldId="2147483883"/>
          </pc:sldLayoutMkLst>
        </pc:sldLayoutChg>
        <pc:sldLayoutChg chg="add mod replId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94380160" sldId="2147483881"/>
            <pc:sldLayoutMk cId="2116360138" sldId="2147483884"/>
          </pc:sldLayoutMkLst>
        </pc:sldLayoutChg>
        <pc:sldLayoutChg chg="add mod replId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94380160" sldId="2147483881"/>
            <pc:sldLayoutMk cId="2242019152" sldId="2147483885"/>
          </pc:sldLayoutMkLst>
        </pc:sldLayoutChg>
        <pc:sldLayoutChg chg="add mod replId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94380160" sldId="2147483881"/>
            <pc:sldLayoutMk cId="3547072995" sldId="2147483886"/>
          </pc:sldLayoutMkLst>
        </pc:sldLayoutChg>
        <pc:sldLayoutChg chg="add mod replId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94380160" sldId="2147483881"/>
            <pc:sldLayoutMk cId="863808939" sldId="2147483887"/>
          </pc:sldLayoutMkLst>
        </pc:sldLayoutChg>
        <pc:sldLayoutChg chg="add mod replId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94380160" sldId="2147483881"/>
            <pc:sldLayoutMk cId="3111799369" sldId="2147483888"/>
          </pc:sldLayoutMkLst>
        </pc:sldLayoutChg>
        <pc:sldLayoutChg chg="add mod replId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94380160" sldId="2147483881"/>
            <pc:sldLayoutMk cId="2240422660" sldId="2147483889"/>
          </pc:sldLayoutMkLst>
        </pc:sldLayoutChg>
        <pc:sldLayoutChg chg="add mod replId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94380160" sldId="2147483881"/>
            <pc:sldLayoutMk cId="297233305" sldId="2147483890"/>
          </pc:sldLayoutMkLst>
        </pc:sldLayoutChg>
        <pc:sldLayoutChg chg="add mod replId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94380160" sldId="2147483881"/>
            <pc:sldLayoutMk cId="1956815404" sldId="2147483891"/>
          </pc:sldLayoutMkLst>
        </pc:sldLayoutChg>
        <pc:sldLayoutChg chg="add mod replId">
          <pc:chgData name="Sharma,Rajat" userId="S::rs3845@drexel.edu::f87fac60-3f5b-4579-805d-860f4bca1ca5" providerId="AD" clId="Web-{A4BFE14F-D735-018F-4DE2-0D5BCC6680F2}" dt="2025-06-13T15:14:04.448" v="189"/>
          <pc:sldLayoutMkLst>
            <pc:docMk/>
            <pc:sldMasterMk cId="394380160" sldId="2147483881"/>
            <pc:sldLayoutMk cId="182602412" sldId="214748389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A18AE-BE78-412A-B8DB-E86C9291486C}" type="datetimeFigureOut">
              <a:t>6/13/2025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950AEE-E3F3-4EF3-96DF-2010A67C8B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15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404040"/>
                </a:solidFill>
              </a:rPr>
              <a:t>split-transform-merge strategy - </a:t>
            </a:r>
            <a:r>
              <a:rPr lang="en-US">
                <a:solidFill>
                  <a:srgbClr val="001D35"/>
                </a:solidFill>
              </a:rPr>
              <a:t>It involves breaking down a problem into smaller, manageable subproblems, transforming them independently, and then combining the transformed results to obtain the final solution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0AEE-E3F3-4EF3-96DF-2010A67C8BC4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68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Depth = more layers, Width = wider layers, Cardinality = more parallel paths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0AEE-E3F3-4EF3-96DF-2010A67C8BC4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39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(a)  (Original Idea)</a:t>
            </a:r>
            <a:br>
              <a:rPr lang="en-US">
                <a:ea typeface="Calibri"/>
                <a:cs typeface="+mn-lt"/>
              </a:rPr>
            </a:br>
            <a:r>
              <a:rPr lang="en-US"/>
              <a:t>This is conceptually similar to </a:t>
            </a:r>
            <a:r>
              <a:rPr lang="en-US" b="1"/>
              <a:t>inception-style</a:t>
            </a:r>
            <a:r>
              <a:rPr lang="en-US"/>
              <a:t> branching but </a:t>
            </a:r>
            <a:r>
              <a:rPr lang="en-US" b="1"/>
              <a:t>with weight sharing constraints</a:t>
            </a:r>
            <a:r>
              <a:rPr lang="en-US"/>
              <a:t> across paths.</a:t>
            </a:r>
            <a:br>
              <a:rPr lang="en-US">
                <a:cs typeface="+mn-lt"/>
              </a:rPr>
            </a:br>
            <a:r>
              <a:rPr lang="en-US"/>
              <a:t>(b)</a:t>
            </a:r>
            <a:br>
              <a:rPr lang="en-US">
                <a:cs typeface="+mn-lt"/>
              </a:rPr>
            </a:br>
            <a:r>
              <a:rPr lang="en-US"/>
              <a:t>A </a:t>
            </a:r>
            <a:r>
              <a:rPr lang="en-US" b="1"/>
              <a:t>single 1×1 convolution (128 in, 256 out)</a:t>
            </a:r>
            <a:r>
              <a:rPr lang="en-US"/>
              <a:t> follows to mix across all concatenated paths.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/>
              <a:t>This is computationally more efficient than (a) and easier to implement in practice.</a:t>
            </a:r>
          </a:p>
          <a:p>
            <a:r>
              <a:rPr lang="en-US">
                <a:ea typeface="Calibri"/>
                <a:cs typeface="+mn-lt"/>
              </a:rPr>
              <a:t>(c)</a:t>
            </a:r>
            <a:br>
              <a:rPr lang="en-US">
                <a:ea typeface="Calibri"/>
                <a:cs typeface="+mn-lt"/>
              </a:rPr>
            </a:br>
            <a:r>
              <a:rPr lang="en-US"/>
              <a:t>This is how </a:t>
            </a:r>
            <a:r>
              <a:rPr lang="en-US" b="1" err="1"/>
              <a:t>ResNeXt</a:t>
            </a:r>
            <a:r>
              <a:rPr lang="en-US" b="1"/>
              <a:t> is actually implemented</a:t>
            </a:r>
            <a:r>
              <a:rPr lang="en-US"/>
              <a:t> in modern libraries</a:t>
            </a:r>
            <a:br>
              <a:rPr lang="en-US">
                <a:ea typeface="Calibri"/>
                <a:cs typeface="+mn-lt"/>
              </a:rPr>
            </a:br>
            <a:r>
              <a:rPr lang="en-US"/>
              <a:t>Grouped convolutions </a:t>
            </a:r>
            <a:r>
              <a:rPr lang="en-US" b="1"/>
              <a:t>emulate the 32 paths</a:t>
            </a:r>
            <a:r>
              <a:rPr lang="en-US"/>
              <a:t>, where each group acts like an independent path.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0AEE-E3F3-4EF3-96DF-2010A67C8BC4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95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2ECEB-1E5A-32BF-0C46-1CD5BF2E8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94AD0-0CF6-DADC-7E20-440B19647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B1AE3-01B8-BEE4-4145-032B1256F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(a)  (Original Idea)</a:t>
            </a:r>
            <a:br>
              <a:rPr lang="en-US">
                <a:ea typeface="Calibri"/>
                <a:cs typeface="+mn-lt"/>
              </a:rPr>
            </a:br>
            <a:r>
              <a:rPr lang="en-US"/>
              <a:t>This is conceptually similar to </a:t>
            </a:r>
            <a:r>
              <a:rPr lang="en-US" b="1"/>
              <a:t>inception-style</a:t>
            </a:r>
            <a:r>
              <a:rPr lang="en-US"/>
              <a:t> branching but </a:t>
            </a:r>
            <a:r>
              <a:rPr lang="en-US" b="1"/>
              <a:t>with weight sharing constraints</a:t>
            </a:r>
            <a:r>
              <a:rPr lang="en-US"/>
              <a:t> across paths.</a:t>
            </a:r>
            <a:br>
              <a:rPr lang="en-US">
                <a:cs typeface="+mn-lt"/>
              </a:rPr>
            </a:br>
            <a:r>
              <a:rPr lang="en-US"/>
              <a:t>(b)</a:t>
            </a:r>
            <a:br>
              <a:rPr lang="en-US">
                <a:cs typeface="+mn-lt"/>
              </a:rPr>
            </a:br>
            <a:r>
              <a:rPr lang="en-US"/>
              <a:t>A </a:t>
            </a:r>
            <a:r>
              <a:rPr lang="en-US" b="1"/>
              <a:t>single 1×1 convolution (128 in, 256 out)</a:t>
            </a:r>
            <a:r>
              <a:rPr lang="en-US"/>
              <a:t> follows to mix across all concatenated paths.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/>
              <a:t>This is computationally more efficient than (a) and easier to implement in practice.</a:t>
            </a:r>
          </a:p>
          <a:p>
            <a:r>
              <a:rPr lang="en-US">
                <a:ea typeface="Calibri"/>
                <a:cs typeface="+mn-lt"/>
              </a:rPr>
              <a:t>(c)</a:t>
            </a:r>
            <a:br>
              <a:rPr lang="en-US">
                <a:ea typeface="Calibri"/>
                <a:cs typeface="+mn-lt"/>
              </a:rPr>
            </a:br>
            <a:r>
              <a:rPr lang="en-US"/>
              <a:t>This is how </a:t>
            </a:r>
            <a:r>
              <a:rPr lang="en-US" b="1" err="1"/>
              <a:t>ResNeXt</a:t>
            </a:r>
            <a:r>
              <a:rPr lang="en-US" b="1"/>
              <a:t> is actually implemented</a:t>
            </a:r>
            <a:r>
              <a:rPr lang="en-US"/>
              <a:t> in modern libraries</a:t>
            </a:r>
            <a:br>
              <a:rPr lang="en-US">
                <a:ea typeface="Calibri"/>
                <a:cs typeface="+mn-lt"/>
              </a:rPr>
            </a:br>
            <a:r>
              <a:rPr lang="en-US"/>
              <a:t>Grouped convolutions </a:t>
            </a:r>
            <a:r>
              <a:rPr lang="en-US" b="1"/>
              <a:t>emulate the 32 paths</a:t>
            </a:r>
            <a:r>
              <a:rPr lang="en-US"/>
              <a:t>, where each group acts like an independent path.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6B506-3590-23BC-9CB8-525A7814F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0AEE-E3F3-4EF3-96DF-2010A67C8BC4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58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addition to testing a 224×224 crop, </a:t>
            </a:r>
            <a:r>
              <a:rPr lang="en-US" err="1"/>
              <a:t>ResNext</a:t>
            </a:r>
            <a:r>
              <a:rPr lang="en-US"/>
              <a:t> was also evaluated on a 320×320 crop following. Results compare favorably with ResNet, Inception-v3/v4, and Inception-ResNet-v2, achieving a single-crop top-5 error rate of 4.4%.</a:t>
            </a:r>
            <a:br>
              <a:rPr lang="en-US">
                <a:cs typeface="+mn-lt"/>
              </a:rPr>
            </a:br>
            <a:br>
              <a:rPr lang="en-US">
                <a:cs typeface="+mn-lt"/>
              </a:rPr>
            </a:br>
            <a:r>
              <a:rPr lang="en-US" err="1"/>
              <a:t>ResNext</a:t>
            </a:r>
            <a:r>
              <a:rPr lang="en-US"/>
              <a:t> with a similar model size (34.4M) shows results better than Wide ResNet. </a:t>
            </a:r>
            <a:r>
              <a:rPr lang="en-US" err="1"/>
              <a:t>ResNext's</a:t>
            </a:r>
            <a:r>
              <a:rPr lang="en-US"/>
              <a:t> larger method achieves 3.58% test error (average of 10 runs) on CIFAR-10 and 17.31% on CIFAR-100.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0AEE-E3F3-4EF3-96DF-2010A67C8BC4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889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C8BFF-01E1-89AE-817B-1CDD43FFA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9AC5D-4C8A-2BA8-53CF-3AF9B83DC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1371C5-4DDA-BACE-ABA0-C1AE92963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(a)  (Original Idea)</a:t>
            </a:r>
            <a:br>
              <a:rPr lang="en-US">
                <a:ea typeface="Calibri"/>
                <a:cs typeface="+mn-lt"/>
              </a:rPr>
            </a:br>
            <a:r>
              <a:rPr lang="en-US"/>
              <a:t>This is conceptually similar to </a:t>
            </a:r>
            <a:r>
              <a:rPr lang="en-US" b="1"/>
              <a:t>inception-style</a:t>
            </a:r>
            <a:r>
              <a:rPr lang="en-US"/>
              <a:t> branching but </a:t>
            </a:r>
            <a:r>
              <a:rPr lang="en-US" b="1"/>
              <a:t>with weight sharing constraints</a:t>
            </a:r>
            <a:r>
              <a:rPr lang="en-US"/>
              <a:t> across paths.</a:t>
            </a:r>
            <a:br>
              <a:rPr lang="en-US">
                <a:cs typeface="+mn-lt"/>
              </a:rPr>
            </a:br>
            <a:r>
              <a:rPr lang="en-US"/>
              <a:t>(b)</a:t>
            </a:r>
            <a:br>
              <a:rPr lang="en-US">
                <a:cs typeface="+mn-lt"/>
              </a:rPr>
            </a:br>
            <a:r>
              <a:rPr lang="en-US"/>
              <a:t>A </a:t>
            </a:r>
            <a:r>
              <a:rPr lang="en-US" b="1"/>
              <a:t>single 1×1 convolution (128 in, 256 out)</a:t>
            </a:r>
            <a:r>
              <a:rPr lang="en-US"/>
              <a:t> follows to mix across all concatenated paths.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/>
              <a:t>This is computationally more efficient than (a) and easier to implement in practice.</a:t>
            </a:r>
          </a:p>
          <a:p>
            <a:r>
              <a:rPr lang="en-US">
                <a:ea typeface="Calibri"/>
                <a:cs typeface="+mn-lt"/>
              </a:rPr>
              <a:t>(c)</a:t>
            </a:r>
            <a:br>
              <a:rPr lang="en-US">
                <a:ea typeface="Calibri"/>
                <a:cs typeface="+mn-lt"/>
              </a:rPr>
            </a:br>
            <a:r>
              <a:rPr lang="en-US"/>
              <a:t>This is how </a:t>
            </a:r>
            <a:r>
              <a:rPr lang="en-US" b="1" err="1"/>
              <a:t>ResNeXt</a:t>
            </a:r>
            <a:r>
              <a:rPr lang="en-US" b="1"/>
              <a:t> is actually implemented</a:t>
            </a:r>
            <a:r>
              <a:rPr lang="en-US"/>
              <a:t> in modern libraries</a:t>
            </a:r>
            <a:br>
              <a:rPr lang="en-US">
                <a:ea typeface="Calibri"/>
                <a:cs typeface="+mn-lt"/>
              </a:rPr>
            </a:br>
            <a:r>
              <a:rPr lang="en-US"/>
              <a:t>Grouped convolutions </a:t>
            </a:r>
            <a:r>
              <a:rPr lang="en-US" b="1"/>
              <a:t>emulate the 32 paths</a:t>
            </a:r>
            <a:r>
              <a:rPr lang="en-US"/>
              <a:t>, where each group acts like an independent path.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4CC79-73EC-CD72-66B9-78C74FC6D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0AEE-E3F3-4EF3-96DF-2010A67C8BC4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98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357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67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360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19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72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08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99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22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3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15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8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8419" y="1011750"/>
            <a:ext cx="10581966" cy="1392083"/>
          </a:xfrm>
        </p:spPr>
        <p:txBody>
          <a:bodyPr>
            <a:normAutofit fontScale="90000"/>
          </a:bodyPr>
          <a:lstStyle/>
          <a:p>
            <a:r>
              <a:rPr lang="en-US" sz="7200">
                <a:solidFill>
                  <a:srgbClr val="FFC000"/>
                </a:solidFill>
              </a:rPr>
              <a:t>ECE 610 - Paper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8419" y="2930028"/>
            <a:ext cx="9967451" cy="16680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Aptos Display"/>
                <a:ea typeface="Open Sans"/>
                <a:cs typeface="Open Sans"/>
              </a:rPr>
              <a:t>Aggregated Residual Transformations for Deep Neural Networks</a:t>
            </a:r>
            <a:r>
              <a:rPr lang="en-US">
                <a:latin typeface="Aptos Display"/>
                <a:ea typeface="Open Sans"/>
                <a:cs typeface="Open Sans"/>
              </a:rPr>
              <a:t> - Saining Xie; Ross </a:t>
            </a:r>
            <a:r>
              <a:rPr lang="en-US" err="1">
                <a:latin typeface="Aptos Display"/>
                <a:ea typeface="Open Sans"/>
                <a:cs typeface="Open Sans"/>
              </a:rPr>
              <a:t>Girshick</a:t>
            </a:r>
            <a:r>
              <a:rPr lang="en-US">
                <a:latin typeface="Aptos Display"/>
                <a:ea typeface="Open Sans"/>
                <a:cs typeface="Open Sans"/>
              </a:rPr>
              <a:t>; Piotr </a:t>
            </a:r>
            <a:r>
              <a:rPr lang="en-US" err="1">
                <a:latin typeface="Aptos Display"/>
                <a:ea typeface="Open Sans"/>
                <a:cs typeface="Open Sans"/>
              </a:rPr>
              <a:t>Dollár</a:t>
            </a:r>
            <a:r>
              <a:rPr lang="en-US">
                <a:latin typeface="Aptos Display"/>
                <a:ea typeface="Open Sans"/>
                <a:cs typeface="Open Sans"/>
              </a:rPr>
              <a:t>; </a:t>
            </a:r>
            <a:r>
              <a:rPr lang="en-US" err="1">
                <a:latin typeface="Aptos Display"/>
                <a:ea typeface="Open Sans"/>
                <a:cs typeface="Open Sans"/>
              </a:rPr>
              <a:t>Zhuowen</a:t>
            </a:r>
            <a:r>
              <a:rPr lang="en-US">
                <a:latin typeface="Aptos Display"/>
                <a:ea typeface="Open Sans"/>
                <a:cs typeface="Open Sans"/>
              </a:rPr>
              <a:t> Tu; Kaiming He - 2017 IEEE Conference on Computer Vision and Pattern Recognition (CVPR)</a:t>
            </a:r>
            <a:endParaRPr lang="en-US">
              <a:latin typeface="Aptos Displ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9AAA5B-C6FE-681F-1B38-458D8E4AFDDF}"/>
              </a:ext>
            </a:extLst>
          </p:cNvPr>
          <p:cNvSpPr txBox="1"/>
          <p:nvPr/>
        </p:nvSpPr>
        <p:spPr>
          <a:xfrm>
            <a:off x="1214033" y="4507424"/>
            <a:ext cx="1433593" cy="3822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Rajat Sharma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8A4AA-95D1-0FA6-80E3-B4EE69C18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</a:p>
        </p:txBody>
      </p:sp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8BA42E92-E34B-C92D-FD3C-0BFC3C594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42" y="2141904"/>
            <a:ext cx="4505009" cy="2581979"/>
          </a:xfrm>
          <a:prstGeom prst="rect">
            <a:avLst/>
          </a:prstGeom>
        </p:spPr>
      </p:pic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ontent Placeholder 33">
            <a:extLst>
              <a:ext uri="{FF2B5EF4-FFF2-40B4-BE49-F238E27FC236}">
                <a16:creationId xmlns:a16="http://schemas.microsoft.com/office/drawing/2014/main" id="{B640D284-B0FB-285F-D11E-2983483E6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769" y="2198914"/>
            <a:ext cx="6574973" cy="3670180"/>
          </a:xfrm>
        </p:spPr>
        <p:txBody>
          <a:bodyPr vert="horz" lIns="0" tIns="45720" rIns="0" bIns="45720" rtlCol="0">
            <a:normAutofit fontScale="92500"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 Introduces </a:t>
            </a:r>
            <a:r>
              <a:rPr lang="en-US" sz="2400" err="1">
                <a:ea typeface="+mn-lt"/>
                <a:cs typeface="+mn-lt"/>
              </a:rPr>
              <a:t>ResNext</a:t>
            </a:r>
            <a:r>
              <a:rPr lang="en-US" sz="2400">
                <a:ea typeface="+mn-lt"/>
                <a:cs typeface="+mn-lt"/>
              </a:rPr>
              <a:t>, a modularized network architecture for image classification.</a:t>
            </a:r>
          </a:p>
          <a:p>
            <a:pPr>
              <a:buFont typeface="Arial" panose="020F0502020204030204" pitchFamily="34" charset="0"/>
              <a:buChar char="•"/>
            </a:pPr>
            <a:endParaRPr lang="en-US" sz="240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 Adopts VGG/</a:t>
            </a:r>
            <a:r>
              <a:rPr lang="en-US" sz="2400" err="1">
                <a:ea typeface="+mn-lt"/>
                <a:cs typeface="+mn-lt"/>
              </a:rPr>
              <a:t>ResNets</a:t>
            </a:r>
            <a:r>
              <a:rPr lang="en-US" sz="2400">
                <a:ea typeface="+mn-lt"/>
                <a:cs typeface="+mn-lt"/>
              </a:rPr>
              <a:t>’ strategy of repeating layers, while exploiting the split-transform-merge strategy in an easy, extensible way.</a:t>
            </a:r>
            <a:endParaRPr lang="en-US" sz="2400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sz="2400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2400">
                <a:ea typeface="Calibri"/>
                <a:cs typeface="Calibri"/>
              </a:rPr>
              <a:t> Improves performance on ImageNet and </a:t>
            </a:r>
            <a:r>
              <a:rPr lang="en-US" sz="2400" err="1">
                <a:ea typeface="Calibri"/>
                <a:cs typeface="Calibri"/>
              </a:rPr>
              <a:t>Cifar</a:t>
            </a:r>
            <a:r>
              <a:rPr lang="en-US" sz="2400">
                <a:ea typeface="Calibri"/>
                <a:cs typeface="Calibri"/>
              </a:rPr>
              <a:t> datasets with 50% of the complexity of ResNet model.</a:t>
            </a:r>
          </a:p>
          <a:p>
            <a:pPr>
              <a:buFont typeface="Arial" panose="020F0502020204030204" pitchFamily="34" charset="0"/>
              <a:buChar char="•"/>
            </a:pPr>
            <a:endParaRPr lang="en-US" sz="2400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sz="2400">
              <a:ea typeface="Calibri"/>
              <a:cs typeface="Calibri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5232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D57FC-D6F2-ECAF-2131-77883450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Paper Overview</a:t>
            </a:r>
          </a:p>
        </p:txBody>
      </p:sp>
      <p:pic>
        <p:nvPicPr>
          <p:cNvPr id="16" name="Picture 1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DC84393-CBBA-60C4-701A-51748A483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993" y="581098"/>
            <a:ext cx="2992309" cy="2476136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4808B860-E58E-CE5B-9D2B-90EE0AE86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499" y="3218101"/>
            <a:ext cx="2983296" cy="2476136"/>
          </a:xfrm>
          <a:prstGeom prst="rect">
            <a:avLst/>
          </a:prstGeom>
        </p:spPr>
      </p:pic>
      <p:sp>
        <p:nvSpPr>
          <p:cNvPr id="5" name="Content Placeholder 33">
            <a:extLst>
              <a:ext uri="{FF2B5EF4-FFF2-40B4-BE49-F238E27FC236}">
                <a16:creationId xmlns:a16="http://schemas.microsoft.com/office/drawing/2014/main" id="{19CA7258-36DF-98B7-B76D-39C5506DFB67}"/>
              </a:ext>
            </a:extLst>
          </p:cNvPr>
          <p:cNvSpPr txBox="1">
            <a:spLocks/>
          </p:cNvSpPr>
          <p:nvPr/>
        </p:nvSpPr>
        <p:spPr>
          <a:xfrm>
            <a:off x="5144679" y="2198914"/>
            <a:ext cx="6405063" cy="36701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 panose="020F0502020204030204" pitchFamily="34" charset="0"/>
              <a:buChar char="•"/>
            </a:pPr>
            <a:r>
              <a:rPr lang="en-US"/>
              <a:t>How to improve performance of deep CNNs without increasing model complexity (deeper/wider)</a:t>
            </a:r>
          </a:p>
          <a:p>
            <a:pPr>
              <a:buFont typeface="Calibri" panose="020F0502020204030204" pitchFamily="34" charset="0"/>
              <a:buChar char="•"/>
            </a:pPr>
            <a:endParaRPr lang="en-US"/>
          </a:p>
          <a:p>
            <a:pPr>
              <a:buFont typeface="Calibri" panose="020F0502020204030204" pitchFamily="34" charset="0"/>
              <a:buChar char="•"/>
            </a:pPr>
            <a:r>
              <a:rPr lang="en-US"/>
              <a:t>Adds "cardinality", an additional dimension on top of the width and depth of ResNet, which allows learning of broader features.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/>
          </a:p>
          <a:p>
            <a:pPr>
              <a:buFont typeface="Calibri" panose="020F0502020204030204" pitchFamily="34" charset="0"/>
              <a:buChar char="•"/>
            </a:pPr>
            <a:endParaRPr lang="en-US"/>
          </a:p>
          <a:p>
            <a:pPr>
              <a:buFont typeface="Calibri" panose="020F0502020204030204" pitchFamily="34" charset="0"/>
              <a:buChar char="•"/>
            </a:pPr>
            <a:endParaRPr lang="en-US"/>
          </a:p>
          <a:p>
            <a:pPr>
              <a:buFont typeface="Calibri" panose="020F0502020204030204" pitchFamily="34" charset="0"/>
              <a:buChar char="•"/>
            </a:pPr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9990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0895AD-A8C4-6D27-87A2-5A5F29CF4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4C891-A34B-DF23-E859-442A9B48E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Main Contributions</a:t>
            </a:r>
          </a:p>
        </p:txBody>
      </p:sp>
      <p:pic>
        <p:nvPicPr>
          <p:cNvPr id="7" name="Picture 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E9AA8651-E990-0364-3AB8-9739D8914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49" y="581098"/>
            <a:ext cx="3614797" cy="2476136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2963BCD6-87C6-8D37-1A47-8661CDAC4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880" y="3218101"/>
            <a:ext cx="3174533" cy="2476136"/>
          </a:xfrm>
          <a:prstGeom prst="rect">
            <a:avLst/>
          </a:prstGeom>
        </p:spPr>
      </p:pic>
      <p:sp>
        <p:nvSpPr>
          <p:cNvPr id="5" name="Content Placeholder 33">
            <a:extLst>
              <a:ext uri="{FF2B5EF4-FFF2-40B4-BE49-F238E27FC236}">
                <a16:creationId xmlns:a16="http://schemas.microsoft.com/office/drawing/2014/main" id="{2FC8F619-8DB7-5BC9-6B42-F8489A0D557C}"/>
              </a:ext>
            </a:extLst>
          </p:cNvPr>
          <p:cNvSpPr txBox="1">
            <a:spLocks/>
          </p:cNvSpPr>
          <p:nvPr/>
        </p:nvSpPr>
        <p:spPr>
          <a:xfrm>
            <a:off x="5144679" y="2198914"/>
            <a:ext cx="6405063" cy="36701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 panose="020F0502020204030204" pitchFamily="34" charset="0"/>
              <a:buChar char="•"/>
            </a:pPr>
            <a:r>
              <a:rPr lang="en-US"/>
              <a:t>Increasing Cardinality shows much better results than going deeper or wider</a:t>
            </a:r>
          </a:p>
          <a:p>
            <a:pPr>
              <a:buFont typeface="Calibri" panose="020F0502020204030204" pitchFamily="34" charset="0"/>
              <a:buChar char="•"/>
            </a:pPr>
            <a:endParaRPr lang="en-US"/>
          </a:p>
          <a:p>
            <a:pPr>
              <a:buFont typeface="Calibri" panose="020F0502020204030204" pitchFamily="34" charset="0"/>
              <a:buChar char="•"/>
            </a:pPr>
            <a:r>
              <a:rPr lang="en-US"/>
              <a:t>ResNext is the foundation of the entry authors proposed to achieve 2nd place in ILSVRC 2016 classification task.</a:t>
            </a:r>
          </a:p>
          <a:p>
            <a:pPr>
              <a:buFont typeface="Calibri" panose="020F0502020204030204" pitchFamily="34" charset="0"/>
              <a:buChar char="•"/>
            </a:pPr>
            <a:endParaRPr lang="en-US"/>
          </a:p>
          <a:p>
            <a:pPr>
              <a:buFont typeface="Calibri" panose="020F0502020204030204" pitchFamily="34" charset="0"/>
              <a:buChar char="•"/>
            </a:pPr>
            <a:r>
              <a:rPr lang="en-US"/>
              <a:t>Generalizes better than existing models to other visual recognition tasks.</a:t>
            </a:r>
          </a:p>
          <a:p>
            <a:pPr>
              <a:buFont typeface="Calibri" panose="020F0502020204030204" pitchFamily="34" charset="0"/>
              <a:buChar char="•"/>
            </a:pPr>
            <a:endParaRPr lang="en-US"/>
          </a:p>
          <a:p>
            <a:pPr>
              <a:buFont typeface="Calibri" panose="020F0502020204030204" pitchFamily="34" charset="0"/>
              <a:buChar char="•"/>
            </a:pPr>
            <a:endParaRPr lang="en-US"/>
          </a:p>
          <a:p>
            <a:pPr>
              <a:buFont typeface="Calibri" panose="020F0502020204030204" pitchFamily="34" charset="0"/>
              <a:buChar char="•"/>
            </a:pPr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5974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59E4F-96BC-F854-6FFE-7D8AE54AB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" name="Rectangle 115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A81BCE-7116-2EB1-F37C-F5F20EB45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Methodology</a:t>
            </a:r>
            <a:endParaRPr lang="en-US"/>
          </a:p>
        </p:txBody>
      </p:sp>
      <p:pic>
        <p:nvPicPr>
          <p:cNvPr id="4" name="Picture 3" descr="A diagram of a algorithm&#10;&#10;AI-generated content may be incorrect.">
            <a:extLst>
              <a:ext uri="{FF2B5EF4-FFF2-40B4-BE49-F238E27FC236}">
                <a16:creationId xmlns:a16="http://schemas.microsoft.com/office/drawing/2014/main" id="{3CFB1D65-4588-690D-3F3F-02CD52A51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29" y="1834908"/>
            <a:ext cx="7168593" cy="2680336"/>
          </a:xfrm>
          <a:prstGeom prst="rect">
            <a:avLst/>
          </a:prstGeom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ontent Placeholder 33">
            <a:extLst>
              <a:ext uri="{FF2B5EF4-FFF2-40B4-BE49-F238E27FC236}">
                <a16:creationId xmlns:a16="http://schemas.microsoft.com/office/drawing/2014/main" id="{DA35DD4A-7EBF-EE36-92C4-37DF1D29A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 vert="horz" lIns="0" tIns="45720" rIns="0" bIns="45720" rtlCol="0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 Replaces the ResNet block with an aggregated block using multiple parallel groups.</a:t>
            </a:r>
            <a:endParaRPr lang="en-US"/>
          </a:p>
          <a:p>
            <a:pPr>
              <a:buFont typeface="Arial" panose="020F0502020204030204" pitchFamily="34" charset="0"/>
              <a:buChar char="•"/>
            </a:pPr>
            <a:endParaRPr lang="en-US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Grouped convolutions emulate 32 paths, where each group acts like an independent path.</a:t>
            </a:r>
          </a:p>
          <a:p>
            <a:pPr>
              <a:buFont typeface="Arial" panose="020F0502020204030204" pitchFamily="34" charset="0"/>
              <a:buChar char="•"/>
            </a:pPr>
            <a:endParaRPr lang="en-US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97647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543C4A-7147-B43C-5898-AB27D1690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9" name="Rectangle 148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24604-9238-CC5C-0E38-52D06636C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Methodology</a:t>
            </a:r>
            <a:endParaRPr lang="en-US"/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322E4FA-8DA2-F987-05C1-4933F4278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6" y="640081"/>
            <a:ext cx="6684787" cy="5314406"/>
          </a:xfrm>
          <a:prstGeom prst="rect">
            <a:avLst/>
          </a:prstGeom>
        </p:spPr>
      </p:pic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ontent Placeholder 33">
            <a:extLst>
              <a:ext uri="{FF2B5EF4-FFF2-40B4-BE49-F238E27FC236}">
                <a16:creationId xmlns:a16="http://schemas.microsoft.com/office/drawing/2014/main" id="{756C62A6-4458-29D1-0D66-BC250EFF4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 vert="horz" lIns="0" tIns="45720" rIns="0" bIns="45720" rtlCol="0">
            <a:normAutofit/>
          </a:bodyPr>
          <a:lstStyle/>
          <a:p>
            <a:pPr>
              <a:buFont typeface="Calibri,Sans-Serif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Using the </a:t>
            </a:r>
            <a:r>
              <a:rPr lang="en-US">
                <a:ea typeface="Calibri"/>
                <a:cs typeface="Calibri"/>
              </a:rPr>
              <a:t>methodology proposed by</a:t>
            </a:r>
            <a:r>
              <a:rPr lang="en-US">
                <a:ea typeface="+mn-lt"/>
                <a:cs typeface="+mn-lt"/>
              </a:rPr>
              <a:t> the </a:t>
            </a:r>
            <a:r>
              <a:rPr lang="en-US">
                <a:ea typeface="Calibri"/>
                <a:cs typeface="Calibri"/>
              </a:rPr>
              <a:t>authors in paper a </a:t>
            </a:r>
            <a:r>
              <a:rPr lang="en-US" err="1">
                <a:ea typeface="Calibri"/>
                <a:cs typeface="Calibri"/>
              </a:rPr>
              <a:t>ResNeXt</a:t>
            </a:r>
            <a:r>
              <a:rPr lang="en-US">
                <a:ea typeface="Calibri"/>
                <a:cs typeface="Calibri"/>
              </a:rPr>
              <a:t> was implemented in </a:t>
            </a:r>
            <a:r>
              <a:rPr lang="en-US">
                <a:ea typeface="+mn-lt"/>
                <a:cs typeface="+mn-lt"/>
              </a:rPr>
              <a:t>using </a:t>
            </a:r>
            <a:r>
              <a:rPr lang="en-US" err="1">
                <a:ea typeface="+mn-lt"/>
                <a:cs typeface="+mn-lt"/>
              </a:rPr>
              <a:t>pytorch</a:t>
            </a:r>
            <a:r>
              <a:rPr lang="en-US">
                <a:ea typeface="+mn-lt"/>
                <a:cs typeface="+mn-lt"/>
              </a:rPr>
              <a:t> libraries.</a:t>
            </a:r>
          </a:p>
          <a:p>
            <a:pPr>
              <a:buFont typeface="Calibri,Sans-Serif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For ImageNet a model with cardinality 32 and width = 4d is created and is called ResNeXt-50.</a:t>
            </a:r>
          </a:p>
          <a:p>
            <a:pPr>
              <a:buFont typeface="Calibri,Sans-Serif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For CIFAR a model with cardinality 8 and width 64d is used and is called ResNeXt-29, 8×64d.</a:t>
            </a:r>
          </a:p>
          <a:p>
            <a:pPr>
              <a:buFont typeface="Arial" panose="020F0502020204030204" pitchFamily="34" charset="0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82260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36AFE3-6C05-8C65-FAC3-82347B61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97408-7E01-BFC5-1FC3-E43234850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Experimental Results</a:t>
            </a:r>
            <a:endParaRPr lang="en-US">
              <a:ea typeface="Calibri Light"/>
              <a:cs typeface="Calibri Light"/>
            </a:endParaRPr>
          </a:p>
        </p:txBody>
      </p:sp>
      <p:pic>
        <p:nvPicPr>
          <p:cNvPr id="4" name="Picture 3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06E33205-C6F9-3264-CDE1-8A2568BB6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" y="1105563"/>
            <a:ext cx="4020297" cy="1427205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48C2A0E-6289-9216-357D-5FC622947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37" y="3218101"/>
            <a:ext cx="3801820" cy="2476136"/>
          </a:xfrm>
          <a:prstGeom prst="rect">
            <a:avLst/>
          </a:prstGeom>
        </p:spPr>
      </p:pic>
      <p:sp>
        <p:nvSpPr>
          <p:cNvPr id="5" name="Content Placeholder 33">
            <a:extLst>
              <a:ext uri="{FF2B5EF4-FFF2-40B4-BE49-F238E27FC236}">
                <a16:creationId xmlns:a16="http://schemas.microsoft.com/office/drawing/2014/main" id="{4881768B-974B-4D8D-4D33-EAC1CCE28534}"/>
              </a:ext>
            </a:extLst>
          </p:cNvPr>
          <p:cNvSpPr txBox="1">
            <a:spLocks/>
          </p:cNvSpPr>
          <p:nvPr/>
        </p:nvSpPr>
        <p:spPr>
          <a:xfrm>
            <a:off x="5144679" y="2198914"/>
            <a:ext cx="6405063" cy="367018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 panose="020F0502020204030204" pitchFamily="34" charset="0"/>
              <a:buChar char="•"/>
            </a:pPr>
            <a:r>
              <a:rPr lang="en-US" sz="2400"/>
              <a:t>Trained and evaluated on Imagenet-1k, CIFAR-10 and CIFAR-100 datasets.</a:t>
            </a:r>
            <a:endParaRPr lang="en-US" sz="240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•"/>
            </a:pPr>
            <a:r>
              <a:rPr lang="en-US" sz="2400"/>
              <a:t>Implentation using </a:t>
            </a:r>
            <a:r>
              <a:rPr lang="en-US" sz="2400" err="1"/>
              <a:t>pytorch</a:t>
            </a:r>
            <a:endParaRPr lang="en-US" sz="2400" err="1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•"/>
            </a:pPr>
            <a:r>
              <a:rPr lang="en-US" sz="2400"/>
              <a:t>Authors used SGD with a mini-batch size of 256 on 8 GPUs (32 per GPU). Weight decay is 0.0001 and the momentum is 0.9. </a:t>
            </a:r>
            <a:endParaRPr lang="en-US" sz="240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•"/>
            </a:pPr>
            <a:r>
              <a:rPr lang="en-US" sz="2400"/>
              <a:t>Experiment starts with a learning rate of 0.1 and divide it by 10 for three times in scheduled intervals.</a:t>
            </a:r>
            <a:endParaRPr lang="en-US" sz="240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•"/>
            </a:pPr>
            <a:endParaRPr lang="en-US" sz="2400"/>
          </a:p>
          <a:p>
            <a:pPr marL="0" indent="0">
              <a:buFont typeface="Calibri" panose="020F0502020204030204" pitchFamily="34" charset="0"/>
              <a:buNone/>
            </a:pPr>
            <a:endParaRPr lang="en-US" sz="2400"/>
          </a:p>
          <a:p>
            <a:pPr>
              <a:buFont typeface="Calibri" panose="020F0502020204030204" pitchFamily="34" charset="0"/>
              <a:buChar char="•"/>
            </a:pPr>
            <a:endParaRPr lang="en-US" sz="2400"/>
          </a:p>
          <a:p>
            <a:pPr>
              <a:buFont typeface="Calibri" panose="020F0502020204030204" pitchFamily="34" charset="0"/>
              <a:buChar char="•"/>
            </a:pPr>
            <a:endParaRPr lang="en-US" sz="2400"/>
          </a:p>
          <a:p>
            <a:pPr>
              <a:buFont typeface="Calibri" panose="020F0502020204030204" pitchFamily="34" charset="0"/>
              <a:buChar char="•"/>
            </a:pPr>
            <a:endParaRPr lang="en-US" sz="2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87760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B93D6-7D42-1179-9549-554DAFA5D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" name="Rectangle 115">
            <a:extLst>
              <a:ext uri="{FF2B5EF4-FFF2-40B4-BE49-F238E27FC236}">
                <a16:creationId xmlns:a16="http://schemas.microsoft.com/office/drawing/2014/main" id="{A94942E2-BBEC-9E07-B445-EF8E2D687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4FCC4-7A04-A239-7E4F-865D3B1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Experimental Results</a:t>
            </a:r>
            <a:endParaRPr lang="en-US">
              <a:solidFill>
                <a:srgbClr val="000000"/>
              </a:solidFill>
              <a:ea typeface="+mj-lt"/>
              <a:cs typeface="+mj-lt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098C29-A130-3978-2D34-9D64504F1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ontent Placeholder 33">
            <a:extLst>
              <a:ext uri="{FF2B5EF4-FFF2-40B4-BE49-F238E27FC236}">
                <a16:creationId xmlns:a16="http://schemas.microsoft.com/office/drawing/2014/main" id="{6EC61F1C-482E-E160-D546-939A2AC93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 vert="horz" lIns="0" tIns="45720" rIns="0" bIns="45720" rtlCol="0" anchor="t">
            <a:normAutofit fontScale="92500" lnSpcReduction="20000"/>
          </a:bodyPr>
          <a:lstStyle/>
          <a:p>
            <a:pPr>
              <a:buFont typeface="Calibri,Sans-Serif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For my personal setup I used the same hyperparameters, except the training was done on a single GPU due to hardware constraints.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Font typeface="Calibri,Sans-Serif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The custom implementation of </a:t>
            </a:r>
            <a:r>
              <a:rPr lang="en-US" err="1">
                <a:ea typeface="Calibri"/>
                <a:cs typeface="Calibri"/>
              </a:rPr>
              <a:t>ResNeXt</a:t>
            </a:r>
            <a:r>
              <a:rPr lang="en-US">
                <a:ea typeface="Calibri"/>
                <a:cs typeface="Calibri"/>
              </a:rPr>
              <a:t> model achieves performance similar to achieved by authors in the paper.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Font typeface="Calibri,Sans-Serif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Model Tested - </a:t>
            </a:r>
            <a:r>
              <a:rPr lang="en-US" b="1">
                <a:ea typeface="Calibri"/>
                <a:cs typeface="Calibri"/>
              </a:rPr>
              <a:t>ResNext29_8x64d</a:t>
            </a:r>
            <a:endParaRPr lang="en-US" b="1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Font typeface="Calibri,Sans-Serif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CIFAR10 - </a:t>
            </a:r>
            <a:r>
              <a:rPr lang="en-US" b="1">
                <a:ea typeface="Calibri"/>
                <a:cs typeface="Calibri"/>
              </a:rPr>
              <a:t>4.12% error </a:t>
            </a:r>
            <a:r>
              <a:rPr lang="en-US">
                <a:ea typeface="Calibri"/>
                <a:cs typeface="Calibri"/>
              </a:rPr>
              <a:t>(3.65% in paper)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Font typeface="Calibri,Sans-Serif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CIFAR100 - </a:t>
            </a:r>
            <a:r>
              <a:rPr lang="en-US" b="1">
                <a:ea typeface="Calibri"/>
                <a:cs typeface="Calibri"/>
              </a:rPr>
              <a:t>18.07% error </a:t>
            </a:r>
            <a:r>
              <a:rPr lang="en-US">
                <a:ea typeface="Calibri"/>
                <a:cs typeface="Calibri"/>
              </a:rPr>
              <a:t>(17.77% in paper)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3913BBE-9A9A-7906-A610-C721DB169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A3FF66F-4D77-DFF1-A380-73148E509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 descr="A graph showing value and value&#10;&#10;AI-generated content may be incorrect.">
            <a:extLst>
              <a:ext uri="{FF2B5EF4-FFF2-40B4-BE49-F238E27FC236}">
                <a16:creationId xmlns:a16="http://schemas.microsoft.com/office/drawing/2014/main" id="{04A03F76-93EF-055C-084C-119B66FAF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" y="766365"/>
            <a:ext cx="6593843" cy="2608809"/>
          </a:xfrm>
          <a:prstGeom prst="rect">
            <a:avLst/>
          </a:prstGeom>
        </p:spPr>
      </p:pic>
      <p:pic>
        <p:nvPicPr>
          <p:cNvPr id="13" name="Picture 12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04324F74-3C9C-275D-72C0-8F32DD954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99" y="3398343"/>
            <a:ext cx="6593842" cy="261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92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BF828-057B-0FFF-A751-2C85636B8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8F8203-A702-6183-F648-491B61D13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Discussion</a:t>
            </a:r>
          </a:p>
        </p:txBody>
      </p:sp>
      <p:pic>
        <p:nvPicPr>
          <p:cNvPr id="80" name="Graphic 79" descr="Maximize">
            <a:extLst>
              <a:ext uri="{FF2B5EF4-FFF2-40B4-BE49-F238E27FC236}">
                <a16:creationId xmlns:a16="http://schemas.microsoft.com/office/drawing/2014/main" id="{F22A7175-6F25-2BD0-889E-F7C1EA107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99" y="1296626"/>
            <a:ext cx="4001315" cy="4001315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ontent Placeholder 33">
            <a:extLst>
              <a:ext uri="{FF2B5EF4-FFF2-40B4-BE49-F238E27FC236}">
                <a16:creationId xmlns:a16="http://schemas.microsoft.com/office/drawing/2014/main" id="{6ADF7DC2-C555-778A-10CD-C15D60D007CD}"/>
              </a:ext>
            </a:extLst>
          </p:cNvPr>
          <p:cNvSpPr txBox="1">
            <a:spLocks/>
          </p:cNvSpPr>
          <p:nvPr/>
        </p:nvSpPr>
        <p:spPr>
          <a:xfrm>
            <a:off x="4974769" y="2198914"/>
            <a:ext cx="6574973" cy="36701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 panose="020F0502020204030204" pitchFamily="34" charset="0"/>
              <a:buChar char="•"/>
            </a:pPr>
            <a:r>
              <a:rPr lang="en-US" sz="1700"/>
              <a:t>ResNext is a simple yet effective change in deep CNN networks which improves performance with lesser complexity.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 sz="1700"/>
              <a:t>Scales with increasing cardinality, easier to tune that depth/width.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 sz="1700"/>
              <a:t>Slightly increases memory usage that plain ResNet because of grouped convolutions.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 sz="1700"/>
              <a:t>No built-in attention or feature refinement mechanisms.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 sz="1700"/>
              <a:t>Residual Attention Network introduces attention modules; which is missing in ResNext model.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 sz="1700"/>
              <a:t>ResNest combines attention and cardinality, thus increasing complexity but improves perfromance.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sz="1700"/>
          </a:p>
          <a:p>
            <a:pPr>
              <a:buFont typeface="Calibri" panose="020F0502020204030204" pitchFamily="34" charset="0"/>
              <a:buChar char="•"/>
            </a:pPr>
            <a:endParaRPr lang="en-US" sz="1700"/>
          </a:p>
          <a:p>
            <a:pPr>
              <a:buFont typeface="Calibri" panose="020F0502020204030204" pitchFamily="34" charset="0"/>
              <a:buChar char="•"/>
            </a:pPr>
            <a:endParaRPr lang="en-US" sz="1700"/>
          </a:p>
          <a:p>
            <a:pPr>
              <a:buFont typeface="Calibri" panose="020F0502020204030204" pitchFamily="34" charset="0"/>
              <a:buChar char="•"/>
            </a:pPr>
            <a:endParaRPr lang="en-US" sz="170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37049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2FF08-B9E8-58CC-7DBA-B8588E57E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en-US">
                <a:ea typeface="Calibri Light"/>
                <a:cs typeface="Calibri Light"/>
              </a:rPr>
              <a:t>Conclusion</a:t>
            </a:r>
            <a:endParaRPr lang="en-US"/>
          </a:p>
        </p:txBody>
      </p:sp>
      <p:pic>
        <p:nvPicPr>
          <p:cNvPr id="7" name="Graphic 6" descr="Arrow Circle">
            <a:extLst>
              <a:ext uri="{FF2B5EF4-FFF2-40B4-BE49-F238E27FC236}">
                <a16:creationId xmlns:a16="http://schemas.microsoft.com/office/drawing/2014/main" id="{F2ADB59E-EBA6-3D2C-DCD5-3F49FBC7E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99" y="1296626"/>
            <a:ext cx="4001315" cy="400131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284ED-7BF9-4839-EE82-FE5C41DD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769" y="2198914"/>
            <a:ext cx="6574973" cy="3670180"/>
          </a:xfrm>
        </p:spPr>
        <p:txBody>
          <a:bodyPr vert="horz" lIns="0" tIns="45720" rIns="0" bIns="45720" rtlCol="0">
            <a:normAutofit fontScale="92500" lnSpcReduction="20000"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 sz="1800" err="1">
                <a:ea typeface="Calibri"/>
                <a:cs typeface="Calibri"/>
              </a:rPr>
              <a:t>ResNeXt</a:t>
            </a:r>
            <a:r>
              <a:rPr lang="en-US" sz="1800">
                <a:ea typeface="Calibri"/>
                <a:cs typeface="Calibri"/>
              </a:rPr>
              <a:t> demonstrates the power of aggregated (grouped) transformations. </a:t>
            </a:r>
            <a:endParaRPr lang="en-US" sz="1800"/>
          </a:p>
          <a:p>
            <a:pPr>
              <a:buFont typeface="Arial" panose="020F0502020204030204" pitchFamily="34" charset="0"/>
              <a:buChar char="•"/>
            </a:pPr>
            <a:r>
              <a:rPr lang="en-US" sz="1800">
                <a:ea typeface="Calibri"/>
                <a:cs typeface="Calibri"/>
              </a:rPr>
              <a:t>Maintains the simplicity of ResNet model while achieving better performance.</a:t>
            </a:r>
          </a:p>
          <a:p>
            <a:pPr>
              <a:buFont typeface="Arial" panose="020F0502020204030204" pitchFamily="34" charset="0"/>
              <a:buChar char="•"/>
            </a:pPr>
            <a:endParaRPr lang="en-US" sz="18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b="1">
                <a:ea typeface="Calibri"/>
                <a:cs typeface="Calibri"/>
              </a:rPr>
              <a:t>Future Work: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>
                <a:ea typeface="Calibri"/>
                <a:cs typeface="Calibri"/>
              </a:rPr>
              <a:t>Combine the new feature cardinality with attention. (</a:t>
            </a:r>
            <a:r>
              <a:rPr lang="en-US" sz="1800" err="1">
                <a:ea typeface="Calibri"/>
                <a:cs typeface="Calibri"/>
              </a:rPr>
              <a:t>ResNest</a:t>
            </a:r>
            <a:r>
              <a:rPr lang="en-US" sz="1800">
                <a:ea typeface="Calibri"/>
                <a:cs typeface="Calibri"/>
              </a:rPr>
              <a:t> paper follows this path)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>
                <a:ea typeface="Calibri"/>
                <a:cs typeface="Calibri"/>
              </a:rPr>
              <a:t>Adapt </a:t>
            </a:r>
            <a:r>
              <a:rPr lang="en-US" sz="1800" err="1">
                <a:ea typeface="Calibri"/>
                <a:cs typeface="Calibri"/>
              </a:rPr>
              <a:t>ResNeXt</a:t>
            </a:r>
            <a:r>
              <a:rPr lang="en-US" sz="1800">
                <a:ea typeface="Calibri"/>
                <a:cs typeface="Calibri"/>
              </a:rPr>
              <a:t> for specific image classification tasks such medical imaging.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err="1">
                <a:ea typeface="Calibri"/>
                <a:cs typeface="Calibri"/>
              </a:rPr>
              <a:t>ResNeXt's</a:t>
            </a:r>
            <a:r>
              <a:rPr lang="en-US" sz="1800">
                <a:ea typeface="Calibri"/>
                <a:cs typeface="Calibri"/>
              </a:rPr>
              <a:t> generalized model learning enables better transfer learning as it learns broader features.</a:t>
            </a:r>
          </a:p>
          <a:p>
            <a:pPr>
              <a:buFont typeface="Arial" panose="020F0502020204030204" pitchFamily="34" charset="0"/>
              <a:buChar char="•"/>
            </a:pPr>
            <a:endParaRPr lang="en-US" sz="1800"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338418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Retrospect</vt:lpstr>
      <vt:lpstr>ECE 610 - Paper Presentation</vt:lpstr>
      <vt:lpstr>Introduction</vt:lpstr>
      <vt:lpstr>Paper Overview</vt:lpstr>
      <vt:lpstr>Main Contributions</vt:lpstr>
      <vt:lpstr>Methodology</vt:lpstr>
      <vt:lpstr>Methodology</vt:lpstr>
      <vt:lpstr>Experimental Results</vt:lpstr>
      <vt:lpstr>Experimental Results</vt:lpstr>
      <vt:lpstr>Discussion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2025-06-12T22:48:22Z</dcterms:created>
  <dcterms:modified xsi:type="dcterms:W3CDTF">2025-06-13T17:13:12Z</dcterms:modified>
</cp:coreProperties>
</file>